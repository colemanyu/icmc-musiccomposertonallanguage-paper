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 smtClean="0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485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3850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7956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518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4267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4794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4930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437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9569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522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579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5941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312813" y="2627190"/>
            <a:ext cx="2292138" cy="2893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l, l, l, l, l, l 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2813" y="2955588"/>
            <a:ext cx="2292138" cy="290963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h, l, h, h, l, l &gt;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312813" y="3279249"/>
            <a:ext cx="2292138" cy="29015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h, h, h, h, l, </a:t>
            </a: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&gt;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76092" y="3284731"/>
            <a:ext cx="2105432" cy="28467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4, 3, 4, 4, 2, 3 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6092" y="2955588"/>
            <a:ext cx="2105432" cy="2909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3, 2, 3, 3, 1, 2 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76090" y="2627189"/>
            <a:ext cx="2105432" cy="2893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2, 1, 2, 2, 0, 1 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8091" y="2928369"/>
            <a:ext cx="2467886" cy="304229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− 1 , 1 , 0 , − 2 , 1&gt;</a:t>
            </a:r>
            <a:endParaRPr lang="en-US" altLang="zh-HK" sz="2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/>
          <p:cNvCxnSpPr>
            <a:stCxn id="20" idx="3"/>
            <a:endCxn id="23" idx="1"/>
          </p:cNvCxnSpPr>
          <p:nvPr/>
        </p:nvCxnSpPr>
        <p:spPr>
          <a:xfrm>
            <a:off x="4604951" y="3424327"/>
            <a:ext cx="371141" cy="2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3"/>
            <a:endCxn id="24" idx="1"/>
          </p:cNvCxnSpPr>
          <p:nvPr/>
        </p:nvCxnSpPr>
        <p:spPr>
          <a:xfrm>
            <a:off x="4604951" y="3101070"/>
            <a:ext cx="3711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3"/>
            <a:endCxn id="25" idx="1"/>
          </p:cNvCxnSpPr>
          <p:nvPr/>
        </p:nvCxnSpPr>
        <p:spPr>
          <a:xfrm>
            <a:off x="4604951" y="2771865"/>
            <a:ext cx="3711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5" idx="3"/>
            <a:endCxn id="26" idx="1"/>
          </p:cNvCxnSpPr>
          <p:nvPr/>
        </p:nvCxnSpPr>
        <p:spPr>
          <a:xfrm>
            <a:off x="7081522" y="2771865"/>
            <a:ext cx="286569" cy="308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4" idx="3"/>
            <a:endCxn id="26" idx="1"/>
          </p:cNvCxnSpPr>
          <p:nvPr/>
        </p:nvCxnSpPr>
        <p:spPr>
          <a:xfrm flipV="1">
            <a:off x="7081524" y="3080484"/>
            <a:ext cx="286567" cy="2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3" idx="3"/>
            <a:endCxn id="26" idx="1"/>
          </p:cNvCxnSpPr>
          <p:nvPr/>
        </p:nvCxnSpPr>
        <p:spPr>
          <a:xfrm flipV="1">
            <a:off x="7081524" y="3080484"/>
            <a:ext cx="286567" cy="346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81770" y="3558294"/>
            <a:ext cx="2295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Mandarin 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tone 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</a:t>
            </a:r>
            <a:endParaRPr lang="zh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29205" y="3575652"/>
            <a:ext cx="276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Mandarin 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tone 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endParaRPr lang="zh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67766" y="3558294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Japanese tone sequences</a:t>
            </a:r>
            <a:endParaRPr lang="zh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93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</dc:creator>
  <cp:lastModifiedBy>Coleman</cp:lastModifiedBy>
  <cp:revision>11</cp:revision>
  <dcterms:created xsi:type="dcterms:W3CDTF">2017-01-02T09:45:14Z</dcterms:created>
  <dcterms:modified xsi:type="dcterms:W3CDTF">2017-03-22T19:01:18Z</dcterms:modified>
</cp:coreProperties>
</file>