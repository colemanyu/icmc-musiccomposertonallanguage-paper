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</p:sldIdLst>
  <p:sldSz cx="12192000" cy="6858000"/>
  <p:notesSz cx="6858000" cy="9144000"/>
  <p:defaultTextStyle>
    <a:defPPr>
      <a:defRPr lang="zh-H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123" d="100"/>
          <a:sy n="123" d="100"/>
        </p:scale>
        <p:origin x="114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HK" smtClean="0"/>
              <a:t>Click to edit Master title style</a:t>
            </a:r>
            <a:endParaRPr lang="zh-HK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HK" smtClean="0"/>
              <a:t>Click to edit Master subtitle style</a:t>
            </a:r>
            <a:endParaRPr lang="zh-HK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08AE6-CCCE-42A6-9A26-67EDE19CA9D5}" type="datetimeFigureOut">
              <a:rPr lang="zh-HK" altLang="en-US" smtClean="0"/>
              <a:t>18/7/2017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84E9-EC66-4F53-8E53-5D3DA1D8FA4F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4848562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smtClean="0"/>
              <a:t>Click to edit Master title style</a:t>
            </a:r>
            <a:endParaRPr lang="zh-HK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HK" smtClean="0"/>
              <a:t>Click to edit Master text styles</a:t>
            </a:r>
          </a:p>
          <a:p>
            <a:pPr lvl="1"/>
            <a:r>
              <a:rPr lang="en-US" altLang="zh-HK" smtClean="0"/>
              <a:t>Second level</a:t>
            </a:r>
          </a:p>
          <a:p>
            <a:pPr lvl="2"/>
            <a:r>
              <a:rPr lang="en-US" altLang="zh-HK" smtClean="0"/>
              <a:t>Third level</a:t>
            </a:r>
          </a:p>
          <a:p>
            <a:pPr lvl="3"/>
            <a:r>
              <a:rPr lang="en-US" altLang="zh-HK" smtClean="0"/>
              <a:t>Fourth level</a:t>
            </a:r>
          </a:p>
          <a:p>
            <a:pPr lvl="4"/>
            <a:r>
              <a:rPr lang="en-US" altLang="zh-HK" smtClean="0"/>
              <a:t>Fifth level</a:t>
            </a:r>
            <a:endParaRPr lang="zh-HK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08AE6-CCCE-42A6-9A26-67EDE19CA9D5}" type="datetimeFigureOut">
              <a:rPr lang="zh-HK" altLang="en-US" smtClean="0"/>
              <a:t>18/7/2017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84E9-EC66-4F53-8E53-5D3DA1D8FA4F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4385065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HK" smtClean="0"/>
              <a:t>Click to edit Master title style</a:t>
            </a:r>
            <a:endParaRPr lang="zh-HK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HK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08AE6-CCCE-42A6-9A26-67EDE19CA9D5}" type="datetimeFigureOut">
              <a:rPr lang="zh-HK" altLang="en-US" smtClean="0"/>
              <a:t>18/7/2017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84E9-EC66-4F53-8E53-5D3DA1D8FA4F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8795615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smtClean="0"/>
              <a:t>Click to edit Master title style</a:t>
            </a:r>
            <a:endParaRPr lang="zh-HK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HK" smtClean="0"/>
              <a:t>Click to edit Master text styles</a:t>
            </a:r>
          </a:p>
          <a:p>
            <a:pPr lvl="1"/>
            <a:r>
              <a:rPr lang="en-US" altLang="zh-HK" smtClean="0"/>
              <a:t>Second level</a:t>
            </a:r>
          </a:p>
          <a:p>
            <a:pPr lvl="2"/>
            <a:r>
              <a:rPr lang="en-US" altLang="zh-HK" smtClean="0"/>
              <a:t>Third level</a:t>
            </a:r>
          </a:p>
          <a:p>
            <a:pPr lvl="3"/>
            <a:r>
              <a:rPr lang="en-US" altLang="zh-HK" smtClean="0"/>
              <a:t>Fourth level</a:t>
            </a:r>
          </a:p>
          <a:p>
            <a:pPr lvl="4"/>
            <a:r>
              <a:rPr lang="en-US" altLang="zh-HK" smtClean="0"/>
              <a:t>Fifth level</a:t>
            </a:r>
            <a:endParaRPr lang="zh-HK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HK" smtClean="0"/>
              <a:t>Click to edit Master text styles</a:t>
            </a:r>
          </a:p>
          <a:p>
            <a:pPr lvl="1"/>
            <a:r>
              <a:rPr lang="en-US" altLang="zh-HK" smtClean="0"/>
              <a:t>Second level</a:t>
            </a:r>
          </a:p>
          <a:p>
            <a:pPr lvl="2"/>
            <a:r>
              <a:rPr lang="en-US" altLang="zh-HK" smtClean="0"/>
              <a:t>Third level</a:t>
            </a:r>
          </a:p>
          <a:p>
            <a:pPr lvl="3"/>
            <a:r>
              <a:rPr lang="en-US" altLang="zh-HK" smtClean="0"/>
              <a:t>Fourth level</a:t>
            </a:r>
          </a:p>
          <a:p>
            <a:pPr lvl="4"/>
            <a:r>
              <a:rPr lang="en-US" altLang="zh-HK" smtClean="0"/>
              <a:t>Fifth level</a:t>
            </a:r>
            <a:endParaRPr lang="zh-HK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08AE6-CCCE-42A6-9A26-67EDE19CA9D5}" type="datetimeFigureOut">
              <a:rPr lang="zh-HK" altLang="en-US" smtClean="0"/>
              <a:t>18/7/2017</a:t>
            </a:fld>
            <a:endParaRPr lang="zh-HK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84E9-EC66-4F53-8E53-5D3DA1D8FA4F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5351886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HK" smtClean="0"/>
              <a:t>Click to edit Master title style</a:t>
            </a:r>
            <a:endParaRPr lang="zh-HK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HK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HK" smtClean="0"/>
              <a:t>Click to edit Master text styles</a:t>
            </a:r>
          </a:p>
          <a:p>
            <a:pPr lvl="1"/>
            <a:r>
              <a:rPr lang="en-US" altLang="zh-HK" smtClean="0"/>
              <a:t>Second level</a:t>
            </a:r>
          </a:p>
          <a:p>
            <a:pPr lvl="2"/>
            <a:r>
              <a:rPr lang="en-US" altLang="zh-HK" smtClean="0"/>
              <a:t>Third level</a:t>
            </a:r>
          </a:p>
          <a:p>
            <a:pPr lvl="3"/>
            <a:r>
              <a:rPr lang="en-US" altLang="zh-HK" smtClean="0"/>
              <a:t>Fourth level</a:t>
            </a:r>
          </a:p>
          <a:p>
            <a:pPr lvl="4"/>
            <a:r>
              <a:rPr lang="en-US" altLang="zh-HK" smtClean="0"/>
              <a:t>Fifth level</a:t>
            </a:r>
            <a:endParaRPr lang="zh-HK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HK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HK" smtClean="0"/>
              <a:t>Click to edit Master text styles</a:t>
            </a:r>
          </a:p>
          <a:p>
            <a:pPr lvl="1"/>
            <a:r>
              <a:rPr lang="en-US" altLang="zh-HK" smtClean="0"/>
              <a:t>Second level</a:t>
            </a:r>
          </a:p>
          <a:p>
            <a:pPr lvl="2"/>
            <a:r>
              <a:rPr lang="en-US" altLang="zh-HK" smtClean="0"/>
              <a:t>Third level</a:t>
            </a:r>
          </a:p>
          <a:p>
            <a:pPr lvl="3"/>
            <a:r>
              <a:rPr lang="en-US" altLang="zh-HK" smtClean="0"/>
              <a:t>Fourth level</a:t>
            </a:r>
          </a:p>
          <a:p>
            <a:pPr lvl="4"/>
            <a:r>
              <a:rPr lang="en-US" altLang="zh-HK" smtClean="0"/>
              <a:t>Fifth level</a:t>
            </a:r>
            <a:endParaRPr lang="zh-HK" alt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08AE6-CCCE-42A6-9A26-67EDE19CA9D5}" type="datetimeFigureOut">
              <a:rPr lang="zh-HK" altLang="en-US" smtClean="0"/>
              <a:t>18/7/2017</a:t>
            </a:fld>
            <a:endParaRPr lang="zh-HK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84E9-EC66-4F53-8E53-5D3DA1D8FA4F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8426761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smtClean="0"/>
              <a:t>Click to edit Master title style</a:t>
            </a:r>
            <a:endParaRPr lang="zh-HK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08AE6-CCCE-42A6-9A26-67EDE19CA9D5}" type="datetimeFigureOut">
              <a:rPr lang="zh-HK" altLang="en-US" smtClean="0"/>
              <a:t>18/7/2017</a:t>
            </a:fld>
            <a:endParaRPr lang="zh-HK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84E9-EC66-4F53-8E53-5D3DA1D8FA4F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4479428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08AE6-CCCE-42A6-9A26-67EDE19CA9D5}" type="datetimeFigureOut">
              <a:rPr lang="zh-HK" altLang="en-US" smtClean="0"/>
              <a:t>18/7/2017</a:t>
            </a:fld>
            <a:endParaRPr lang="zh-HK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84E9-EC66-4F53-8E53-5D3DA1D8FA4F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41493061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HK" smtClean="0"/>
              <a:t>Click to edit Master title style</a:t>
            </a:r>
            <a:endParaRPr lang="zh-HK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HK" smtClean="0"/>
              <a:t>Click to edit Master text styles</a:t>
            </a:r>
          </a:p>
          <a:p>
            <a:pPr lvl="1"/>
            <a:r>
              <a:rPr lang="en-US" altLang="zh-HK" smtClean="0"/>
              <a:t>Second level</a:t>
            </a:r>
          </a:p>
          <a:p>
            <a:pPr lvl="2"/>
            <a:r>
              <a:rPr lang="en-US" altLang="zh-HK" smtClean="0"/>
              <a:t>Third level</a:t>
            </a:r>
          </a:p>
          <a:p>
            <a:pPr lvl="3"/>
            <a:r>
              <a:rPr lang="en-US" altLang="zh-HK" smtClean="0"/>
              <a:t>Fourth level</a:t>
            </a:r>
          </a:p>
          <a:p>
            <a:pPr lvl="4"/>
            <a:r>
              <a:rPr lang="en-US" altLang="zh-HK" smtClean="0"/>
              <a:t>Fifth level</a:t>
            </a:r>
            <a:endParaRPr lang="zh-HK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HK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08AE6-CCCE-42A6-9A26-67EDE19CA9D5}" type="datetimeFigureOut">
              <a:rPr lang="zh-HK" altLang="en-US" smtClean="0"/>
              <a:t>18/7/2017</a:t>
            </a:fld>
            <a:endParaRPr lang="zh-HK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84E9-EC66-4F53-8E53-5D3DA1D8FA4F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4243783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HK" smtClean="0"/>
              <a:t>Click to edit Master title style</a:t>
            </a:r>
            <a:endParaRPr lang="zh-HK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HK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HK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08AE6-CCCE-42A6-9A26-67EDE19CA9D5}" type="datetimeFigureOut">
              <a:rPr lang="zh-HK" altLang="en-US" smtClean="0"/>
              <a:t>18/7/2017</a:t>
            </a:fld>
            <a:endParaRPr lang="zh-HK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84E9-EC66-4F53-8E53-5D3DA1D8FA4F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41956954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smtClean="0"/>
              <a:t>Click to edit Master title style</a:t>
            </a:r>
            <a:endParaRPr lang="zh-HK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HK" smtClean="0"/>
              <a:t>Click to edit Master text styles</a:t>
            </a:r>
          </a:p>
          <a:p>
            <a:pPr lvl="1"/>
            <a:r>
              <a:rPr lang="en-US" altLang="zh-HK" smtClean="0"/>
              <a:t>Second level</a:t>
            </a:r>
          </a:p>
          <a:p>
            <a:pPr lvl="2"/>
            <a:r>
              <a:rPr lang="en-US" altLang="zh-HK" smtClean="0"/>
              <a:t>Third level</a:t>
            </a:r>
          </a:p>
          <a:p>
            <a:pPr lvl="3"/>
            <a:r>
              <a:rPr lang="en-US" altLang="zh-HK" smtClean="0"/>
              <a:t>Fourth level</a:t>
            </a:r>
          </a:p>
          <a:p>
            <a:pPr lvl="4"/>
            <a:r>
              <a:rPr lang="en-US" altLang="zh-HK" smtClean="0"/>
              <a:t>Fifth level</a:t>
            </a:r>
            <a:endParaRPr lang="zh-HK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08AE6-CCCE-42A6-9A26-67EDE19CA9D5}" type="datetimeFigureOut">
              <a:rPr lang="zh-HK" altLang="en-US" smtClean="0"/>
              <a:t>18/7/2017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84E9-EC66-4F53-8E53-5D3DA1D8FA4F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952229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HK" smtClean="0"/>
              <a:t>Click to edit Master title style</a:t>
            </a:r>
            <a:endParaRPr lang="zh-HK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HK" smtClean="0"/>
              <a:t>Click to edit Master text styles</a:t>
            </a:r>
          </a:p>
          <a:p>
            <a:pPr lvl="1"/>
            <a:r>
              <a:rPr lang="en-US" altLang="zh-HK" smtClean="0"/>
              <a:t>Second level</a:t>
            </a:r>
          </a:p>
          <a:p>
            <a:pPr lvl="2"/>
            <a:r>
              <a:rPr lang="en-US" altLang="zh-HK" smtClean="0"/>
              <a:t>Third level</a:t>
            </a:r>
          </a:p>
          <a:p>
            <a:pPr lvl="3"/>
            <a:r>
              <a:rPr lang="en-US" altLang="zh-HK" smtClean="0"/>
              <a:t>Fourth level</a:t>
            </a:r>
          </a:p>
          <a:p>
            <a:pPr lvl="4"/>
            <a:r>
              <a:rPr lang="en-US" altLang="zh-HK" smtClean="0"/>
              <a:t>Fifth level</a:t>
            </a:r>
            <a:endParaRPr lang="zh-HK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08AE6-CCCE-42A6-9A26-67EDE19CA9D5}" type="datetimeFigureOut">
              <a:rPr lang="zh-HK" altLang="en-US" smtClean="0"/>
              <a:t>18/7/2017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84E9-EC66-4F53-8E53-5D3DA1D8FA4F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8357962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HK" smtClean="0"/>
              <a:t>Click to edit Master title style</a:t>
            </a:r>
            <a:endParaRPr lang="zh-HK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HK" smtClean="0"/>
              <a:t>Click to edit Master text styles</a:t>
            </a:r>
          </a:p>
          <a:p>
            <a:pPr lvl="1"/>
            <a:r>
              <a:rPr lang="en-US" altLang="zh-HK" smtClean="0"/>
              <a:t>Second level</a:t>
            </a:r>
          </a:p>
          <a:p>
            <a:pPr lvl="2"/>
            <a:r>
              <a:rPr lang="en-US" altLang="zh-HK" smtClean="0"/>
              <a:t>Third level</a:t>
            </a:r>
          </a:p>
          <a:p>
            <a:pPr lvl="3"/>
            <a:r>
              <a:rPr lang="en-US" altLang="zh-HK" smtClean="0"/>
              <a:t>Fourth level</a:t>
            </a:r>
          </a:p>
          <a:p>
            <a:pPr lvl="4"/>
            <a:r>
              <a:rPr lang="en-US" altLang="zh-HK" smtClean="0"/>
              <a:t>Fifth level</a:t>
            </a:r>
            <a:endParaRPr lang="zh-HK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008AE6-CCCE-42A6-9A26-67EDE19CA9D5}" type="datetimeFigureOut">
              <a:rPr lang="zh-HK" altLang="en-US" smtClean="0"/>
              <a:t>18/7/2017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E984E9-EC66-4F53-8E53-5D3DA1D8FA4F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5594177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H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Rectangle 145"/>
          <p:cNvSpPr/>
          <p:nvPr/>
        </p:nvSpPr>
        <p:spPr>
          <a:xfrm>
            <a:off x="756710" y="1686313"/>
            <a:ext cx="5874745" cy="152512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8" name="Rectangle 147"/>
          <p:cNvSpPr/>
          <p:nvPr/>
        </p:nvSpPr>
        <p:spPr>
          <a:xfrm>
            <a:off x="4918208" y="1794620"/>
            <a:ext cx="627992" cy="45853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9" name="Rectangle 148"/>
          <p:cNvSpPr/>
          <p:nvPr/>
        </p:nvSpPr>
        <p:spPr>
          <a:xfrm>
            <a:off x="5805370" y="1814553"/>
            <a:ext cx="627992" cy="45853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0" name="Rectangle 149"/>
          <p:cNvSpPr/>
          <p:nvPr/>
        </p:nvSpPr>
        <p:spPr>
          <a:xfrm>
            <a:off x="4918208" y="2504169"/>
            <a:ext cx="627992" cy="45853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1" name="Rectangle 150"/>
          <p:cNvSpPr/>
          <p:nvPr/>
        </p:nvSpPr>
        <p:spPr>
          <a:xfrm>
            <a:off x="5805370" y="2504168"/>
            <a:ext cx="627992" cy="45853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6" name="Rectangle 155"/>
          <p:cNvSpPr/>
          <p:nvPr/>
        </p:nvSpPr>
        <p:spPr>
          <a:xfrm>
            <a:off x="2897132" y="3723266"/>
            <a:ext cx="2043465" cy="152512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7" name="Rectangle 156"/>
          <p:cNvSpPr/>
          <p:nvPr/>
        </p:nvSpPr>
        <p:spPr>
          <a:xfrm>
            <a:off x="5622712" y="3723536"/>
            <a:ext cx="2043465" cy="152512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8" name="Rectangle 157"/>
          <p:cNvSpPr/>
          <p:nvPr/>
        </p:nvSpPr>
        <p:spPr>
          <a:xfrm>
            <a:off x="3140471" y="3857216"/>
            <a:ext cx="627992" cy="45853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9" name="Rectangle 158"/>
          <p:cNvSpPr/>
          <p:nvPr/>
        </p:nvSpPr>
        <p:spPr>
          <a:xfrm>
            <a:off x="4113576" y="3874710"/>
            <a:ext cx="627992" cy="45853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0" name="Rectangle 159"/>
          <p:cNvSpPr/>
          <p:nvPr/>
        </p:nvSpPr>
        <p:spPr>
          <a:xfrm>
            <a:off x="3140471" y="4550716"/>
            <a:ext cx="627992" cy="45853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1" name="Rectangle 160"/>
          <p:cNvSpPr/>
          <p:nvPr/>
        </p:nvSpPr>
        <p:spPr>
          <a:xfrm>
            <a:off x="5861945" y="3876278"/>
            <a:ext cx="627992" cy="45853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2" name="Rectangle 161"/>
          <p:cNvSpPr/>
          <p:nvPr/>
        </p:nvSpPr>
        <p:spPr>
          <a:xfrm>
            <a:off x="6779015" y="3882133"/>
            <a:ext cx="627992" cy="45853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3" name="Freeform 162"/>
          <p:cNvSpPr/>
          <p:nvPr/>
        </p:nvSpPr>
        <p:spPr>
          <a:xfrm>
            <a:off x="5051992" y="1830767"/>
            <a:ext cx="259125" cy="181125"/>
          </a:xfrm>
          <a:custGeom>
            <a:avLst/>
            <a:gdLst>
              <a:gd name="connsiteX0" fmla="*/ 0 w 774357"/>
              <a:gd name="connsiteY0" fmla="*/ 285889 h 541264"/>
              <a:gd name="connsiteX1" fmla="*/ 115330 w 774357"/>
              <a:gd name="connsiteY1" fmla="*/ 5802 h 541264"/>
              <a:gd name="connsiteX2" fmla="*/ 255373 w 774357"/>
              <a:gd name="connsiteY2" fmla="*/ 516548 h 541264"/>
              <a:gd name="connsiteX3" fmla="*/ 395416 w 774357"/>
              <a:gd name="connsiteY3" fmla="*/ 5802 h 541264"/>
              <a:gd name="connsiteX4" fmla="*/ 510746 w 774357"/>
              <a:gd name="connsiteY4" fmla="*/ 541262 h 541264"/>
              <a:gd name="connsiteX5" fmla="*/ 642551 w 774357"/>
              <a:gd name="connsiteY5" fmla="*/ 14040 h 541264"/>
              <a:gd name="connsiteX6" fmla="*/ 774357 w 774357"/>
              <a:gd name="connsiteY6" fmla="*/ 335316 h 541264"/>
              <a:gd name="connsiteX7" fmla="*/ 774357 w 774357"/>
              <a:gd name="connsiteY7" fmla="*/ 335316 h 541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74357" h="541264">
                <a:moveTo>
                  <a:pt x="0" y="285889"/>
                </a:moveTo>
                <a:cubicBezTo>
                  <a:pt x="36384" y="126624"/>
                  <a:pt x="72768" y="-32641"/>
                  <a:pt x="115330" y="5802"/>
                </a:cubicBezTo>
                <a:cubicBezTo>
                  <a:pt x="157892" y="44245"/>
                  <a:pt x="208692" y="516548"/>
                  <a:pt x="255373" y="516548"/>
                </a:cubicBezTo>
                <a:cubicBezTo>
                  <a:pt x="302054" y="516548"/>
                  <a:pt x="352854" y="1683"/>
                  <a:pt x="395416" y="5802"/>
                </a:cubicBezTo>
                <a:cubicBezTo>
                  <a:pt x="437978" y="9921"/>
                  <a:pt x="469557" y="539889"/>
                  <a:pt x="510746" y="541262"/>
                </a:cubicBezTo>
                <a:cubicBezTo>
                  <a:pt x="551935" y="542635"/>
                  <a:pt x="598616" y="48364"/>
                  <a:pt x="642551" y="14040"/>
                </a:cubicBezTo>
                <a:cubicBezTo>
                  <a:pt x="686486" y="-20284"/>
                  <a:pt x="774357" y="335316"/>
                  <a:pt x="774357" y="335316"/>
                </a:cubicBezTo>
                <a:lnTo>
                  <a:pt x="774357" y="335316"/>
                </a:lnTo>
              </a:path>
            </a:pathLst>
          </a:custGeom>
          <a:noFill/>
          <a:ln>
            <a:solidFill>
              <a:srgbClr val="C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4" name="Freeform 163"/>
          <p:cNvSpPr/>
          <p:nvPr/>
        </p:nvSpPr>
        <p:spPr>
          <a:xfrm>
            <a:off x="5976893" y="1856573"/>
            <a:ext cx="259125" cy="181125"/>
          </a:xfrm>
          <a:custGeom>
            <a:avLst/>
            <a:gdLst>
              <a:gd name="connsiteX0" fmla="*/ 0 w 774357"/>
              <a:gd name="connsiteY0" fmla="*/ 285889 h 541264"/>
              <a:gd name="connsiteX1" fmla="*/ 115330 w 774357"/>
              <a:gd name="connsiteY1" fmla="*/ 5802 h 541264"/>
              <a:gd name="connsiteX2" fmla="*/ 255373 w 774357"/>
              <a:gd name="connsiteY2" fmla="*/ 516548 h 541264"/>
              <a:gd name="connsiteX3" fmla="*/ 395416 w 774357"/>
              <a:gd name="connsiteY3" fmla="*/ 5802 h 541264"/>
              <a:gd name="connsiteX4" fmla="*/ 510746 w 774357"/>
              <a:gd name="connsiteY4" fmla="*/ 541262 h 541264"/>
              <a:gd name="connsiteX5" fmla="*/ 642551 w 774357"/>
              <a:gd name="connsiteY5" fmla="*/ 14040 h 541264"/>
              <a:gd name="connsiteX6" fmla="*/ 774357 w 774357"/>
              <a:gd name="connsiteY6" fmla="*/ 335316 h 541264"/>
              <a:gd name="connsiteX7" fmla="*/ 774357 w 774357"/>
              <a:gd name="connsiteY7" fmla="*/ 335316 h 541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74357" h="541264">
                <a:moveTo>
                  <a:pt x="0" y="285889"/>
                </a:moveTo>
                <a:cubicBezTo>
                  <a:pt x="36384" y="126624"/>
                  <a:pt x="72768" y="-32641"/>
                  <a:pt x="115330" y="5802"/>
                </a:cubicBezTo>
                <a:cubicBezTo>
                  <a:pt x="157892" y="44245"/>
                  <a:pt x="208692" y="516548"/>
                  <a:pt x="255373" y="516548"/>
                </a:cubicBezTo>
                <a:cubicBezTo>
                  <a:pt x="302054" y="516548"/>
                  <a:pt x="352854" y="1683"/>
                  <a:pt x="395416" y="5802"/>
                </a:cubicBezTo>
                <a:cubicBezTo>
                  <a:pt x="437978" y="9921"/>
                  <a:pt x="469557" y="539889"/>
                  <a:pt x="510746" y="541262"/>
                </a:cubicBezTo>
                <a:cubicBezTo>
                  <a:pt x="551935" y="542635"/>
                  <a:pt x="598616" y="48364"/>
                  <a:pt x="642551" y="14040"/>
                </a:cubicBezTo>
                <a:cubicBezTo>
                  <a:pt x="686486" y="-20284"/>
                  <a:pt x="774357" y="335316"/>
                  <a:pt x="774357" y="335316"/>
                </a:cubicBezTo>
                <a:lnTo>
                  <a:pt x="774357" y="335316"/>
                </a:lnTo>
              </a:path>
            </a:pathLst>
          </a:custGeom>
          <a:noFill/>
          <a:ln>
            <a:solidFill>
              <a:srgbClr val="FFC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5" name="Freeform 164"/>
          <p:cNvSpPr/>
          <p:nvPr/>
        </p:nvSpPr>
        <p:spPr>
          <a:xfrm>
            <a:off x="5083495" y="2540267"/>
            <a:ext cx="259125" cy="181125"/>
          </a:xfrm>
          <a:custGeom>
            <a:avLst/>
            <a:gdLst>
              <a:gd name="connsiteX0" fmla="*/ 0 w 774357"/>
              <a:gd name="connsiteY0" fmla="*/ 285889 h 541264"/>
              <a:gd name="connsiteX1" fmla="*/ 115330 w 774357"/>
              <a:gd name="connsiteY1" fmla="*/ 5802 h 541264"/>
              <a:gd name="connsiteX2" fmla="*/ 255373 w 774357"/>
              <a:gd name="connsiteY2" fmla="*/ 516548 h 541264"/>
              <a:gd name="connsiteX3" fmla="*/ 395416 w 774357"/>
              <a:gd name="connsiteY3" fmla="*/ 5802 h 541264"/>
              <a:gd name="connsiteX4" fmla="*/ 510746 w 774357"/>
              <a:gd name="connsiteY4" fmla="*/ 541262 h 541264"/>
              <a:gd name="connsiteX5" fmla="*/ 642551 w 774357"/>
              <a:gd name="connsiteY5" fmla="*/ 14040 h 541264"/>
              <a:gd name="connsiteX6" fmla="*/ 774357 w 774357"/>
              <a:gd name="connsiteY6" fmla="*/ 335316 h 541264"/>
              <a:gd name="connsiteX7" fmla="*/ 774357 w 774357"/>
              <a:gd name="connsiteY7" fmla="*/ 335316 h 541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74357" h="541264">
                <a:moveTo>
                  <a:pt x="0" y="285889"/>
                </a:moveTo>
                <a:cubicBezTo>
                  <a:pt x="36384" y="126624"/>
                  <a:pt x="72768" y="-32641"/>
                  <a:pt x="115330" y="5802"/>
                </a:cubicBezTo>
                <a:cubicBezTo>
                  <a:pt x="157892" y="44245"/>
                  <a:pt x="208692" y="516548"/>
                  <a:pt x="255373" y="516548"/>
                </a:cubicBezTo>
                <a:cubicBezTo>
                  <a:pt x="302054" y="516548"/>
                  <a:pt x="352854" y="1683"/>
                  <a:pt x="395416" y="5802"/>
                </a:cubicBezTo>
                <a:cubicBezTo>
                  <a:pt x="437978" y="9921"/>
                  <a:pt x="469557" y="539889"/>
                  <a:pt x="510746" y="541262"/>
                </a:cubicBezTo>
                <a:cubicBezTo>
                  <a:pt x="551935" y="542635"/>
                  <a:pt x="598616" y="48364"/>
                  <a:pt x="642551" y="14040"/>
                </a:cubicBezTo>
                <a:cubicBezTo>
                  <a:pt x="686486" y="-20284"/>
                  <a:pt x="774357" y="335316"/>
                  <a:pt x="774357" y="335316"/>
                </a:cubicBezTo>
                <a:lnTo>
                  <a:pt x="774357" y="335316"/>
                </a:lnTo>
              </a:path>
            </a:pathLst>
          </a:custGeom>
          <a:noFill/>
          <a:ln>
            <a:solidFill>
              <a:srgbClr val="92D05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6" name="Freeform 165"/>
          <p:cNvSpPr/>
          <p:nvPr/>
        </p:nvSpPr>
        <p:spPr>
          <a:xfrm>
            <a:off x="5941988" y="2539150"/>
            <a:ext cx="259125" cy="181125"/>
          </a:xfrm>
          <a:custGeom>
            <a:avLst/>
            <a:gdLst>
              <a:gd name="connsiteX0" fmla="*/ 0 w 774357"/>
              <a:gd name="connsiteY0" fmla="*/ 285889 h 541264"/>
              <a:gd name="connsiteX1" fmla="*/ 115330 w 774357"/>
              <a:gd name="connsiteY1" fmla="*/ 5802 h 541264"/>
              <a:gd name="connsiteX2" fmla="*/ 255373 w 774357"/>
              <a:gd name="connsiteY2" fmla="*/ 516548 h 541264"/>
              <a:gd name="connsiteX3" fmla="*/ 395416 w 774357"/>
              <a:gd name="connsiteY3" fmla="*/ 5802 h 541264"/>
              <a:gd name="connsiteX4" fmla="*/ 510746 w 774357"/>
              <a:gd name="connsiteY4" fmla="*/ 541262 h 541264"/>
              <a:gd name="connsiteX5" fmla="*/ 642551 w 774357"/>
              <a:gd name="connsiteY5" fmla="*/ 14040 h 541264"/>
              <a:gd name="connsiteX6" fmla="*/ 774357 w 774357"/>
              <a:gd name="connsiteY6" fmla="*/ 335316 h 541264"/>
              <a:gd name="connsiteX7" fmla="*/ 774357 w 774357"/>
              <a:gd name="connsiteY7" fmla="*/ 335316 h 541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74357" h="541264">
                <a:moveTo>
                  <a:pt x="0" y="285889"/>
                </a:moveTo>
                <a:cubicBezTo>
                  <a:pt x="36384" y="126624"/>
                  <a:pt x="72768" y="-32641"/>
                  <a:pt x="115330" y="5802"/>
                </a:cubicBezTo>
                <a:cubicBezTo>
                  <a:pt x="157892" y="44245"/>
                  <a:pt x="208692" y="516548"/>
                  <a:pt x="255373" y="516548"/>
                </a:cubicBezTo>
                <a:cubicBezTo>
                  <a:pt x="302054" y="516548"/>
                  <a:pt x="352854" y="1683"/>
                  <a:pt x="395416" y="5802"/>
                </a:cubicBezTo>
                <a:cubicBezTo>
                  <a:pt x="437978" y="9921"/>
                  <a:pt x="469557" y="539889"/>
                  <a:pt x="510746" y="541262"/>
                </a:cubicBezTo>
                <a:cubicBezTo>
                  <a:pt x="551935" y="542635"/>
                  <a:pt x="598616" y="48364"/>
                  <a:pt x="642551" y="14040"/>
                </a:cubicBezTo>
                <a:cubicBezTo>
                  <a:pt x="686486" y="-20284"/>
                  <a:pt x="774357" y="335316"/>
                  <a:pt x="774357" y="335316"/>
                </a:cubicBezTo>
                <a:lnTo>
                  <a:pt x="774357" y="335316"/>
                </a:lnTo>
              </a:path>
            </a:pathLst>
          </a:custGeom>
          <a:noFill/>
          <a:ln>
            <a:solidFill>
              <a:srgbClr val="00B0F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7" name="Freeform 166"/>
          <p:cNvSpPr/>
          <p:nvPr/>
        </p:nvSpPr>
        <p:spPr>
          <a:xfrm>
            <a:off x="5051992" y="2064795"/>
            <a:ext cx="259125" cy="181125"/>
          </a:xfrm>
          <a:custGeom>
            <a:avLst/>
            <a:gdLst>
              <a:gd name="connsiteX0" fmla="*/ 0 w 774357"/>
              <a:gd name="connsiteY0" fmla="*/ 285889 h 541264"/>
              <a:gd name="connsiteX1" fmla="*/ 115330 w 774357"/>
              <a:gd name="connsiteY1" fmla="*/ 5802 h 541264"/>
              <a:gd name="connsiteX2" fmla="*/ 255373 w 774357"/>
              <a:gd name="connsiteY2" fmla="*/ 516548 h 541264"/>
              <a:gd name="connsiteX3" fmla="*/ 395416 w 774357"/>
              <a:gd name="connsiteY3" fmla="*/ 5802 h 541264"/>
              <a:gd name="connsiteX4" fmla="*/ 510746 w 774357"/>
              <a:gd name="connsiteY4" fmla="*/ 541262 h 541264"/>
              <a:gd name="connsiteX5" fmla="*/ 642551 w 774357"/>
              <a:gd name="connsiteY5" fmla="*/ 14040 h 541264"/>
              <a:gd name="connsiteX6" fmla="*/ 774357 w 774357"/>
              <a:gd name="connsiteY6" fmla="*/ 335316 h 541264"/>
              <a:gd name="connsiteX7" fmla="*/ 774357 w 774357"/>
              <a:gd name="connsiteY7" fmla="*/ 335316 h 541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74357" h="541264">
                <a:moveTo>
                  <a:pt x="0" y="285889"/>
                </a:moveTo>
                <a:cubicBezTo>
                  <a:pt x="36384" y="126624"/>
                  <a:pt x="72768" y="-32641"/>
                  <a:pt x="115330" y="5802"/>
                </a:cubicBezTo>
                <a:cubicBezTo>
                  <a:pt x="157892" y="44245"/>
                  <a:pt x="208692" y="516548"/>
                  <a:pt x="255373" y="516548"/>
                </a:cubicBezTo>
                <a:cubicBezTo>
                  <a:pt x="302054" y="516548"/>
                  <a:pt x="352854" y="1683"/>
                  <a:pt x="395416" y="5802"/>
                </a:cubicBezTo>
                <a:cubicBezTo>
                  <a:pt x="437978" y="9921"/>
                  <a:pt x="469557" y="539889"/>
                  <a:pt x="510746" y="541262"/>
                </a:cubicBezTo>
                <a:cubicBezTo>
                  <a:pt x="551935" y="542635"/>
                  <a:pt x="598616" y="48364"/>
                  <a:pt x="642551" y="14040"/>
                </a:cubicBezTo>
                <a:cubicBezTo>
                  <a:pt x="686486" y="-20284"/>
                  <a:pt x="774357" y="335316"/>
                  <a:pt x="774357" y="335316"/>
                </a:cubicBezTo>
                <a:lnTo>
                  <a:pt x="774357" y="335316"/>
                </a:lnTo>
              </a:path>
            </a:pathLst>
          </a:custGeom>
          <a:noFill/>
          <a:ln>
            <a:solidFill>
              <a:srgbClr val="C00000"/>
            </a:solidFill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8" name="Freeform 167"/>
          <p:cNvSpPr/>
          <p:nvPr/>
        </p:nvSpPr>
        <p:spPr>
          <a:xfrm>
            <a:off x="5980607" y="2070833"/>
            <a:ext cx="259125" cy="181125"/>
          </a:xfrm>
          <a:custGeom>
            <a:avLst/>
            <a:gdLst>
              <a:gd name="connsiteX0" fmla="*/ 0 w 774357"/>
              <a:gd name="connsiteY0" fmla="*/ 285889 h 541264"/>
              <a:gd name="connsiteX1" fmla="*/ 115330 w 774357"/>
              <a:gd name="connsiteY1" fmla="*/ 5802 h 541264"/>
              <a:gd name="connsiteX2" fmla="*/ 255373 w 774357"/>
              <a:gd name="connsiteY2" fmla="*/ 516548 h 541264"/>
              <a:gd name="connsiteX3" fmla="*/ 395416 w 774357"/>
              <a:gd name="connsiteY3" fmla="*/ 5802 h 541264"/>
              <a:gd name="connsiteX4" fmla="*/ 510746 w 774357"/>
              <a:gd name="connsiteY4" fmla="*/ 541262 h 541264"/>
              <a:gd name="connsiteX5" fmla="*/ 642551 w 774357"/>
              <a:gd name="connsiteY5" fmla="*/ 14040 h 541264"/>
              <a:gd name="connsiteX6" fmla="*/ 774357 w 774357"/>
              <a:gd name="connsiteY6" fmla="*/ 335316 h 541264"/>
              <a:gd name="connsiteX7" fmla="*/ 774357 w 774357"/>
              <a:gd name="connsiteY7" fmla="*/ 335316 h 541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74357" h="541264">
                <a:moveTo>
                  <a:pt x="0" y="285889"/>
                </a:moveTo>
                <a:cubicBezTo>
                  <a:pt x="36384" y="126624"/>
                  <a:pt x="72768" y="-32641"/>
                  <a:pt x="115330" y="5802"/>
                </a:cubicBezTo>
                <a:cubicBezTo>
                  <a:pt x="157892" y="44245"/>
                  <a:pt x="208692" y="516548"/>
                  <a:pt x="255373" y="516548"/>
                </a:cubicBezTo>
                <a:cubicBezTo>
                  <a:pt x="302054" y="516548"/>
                  <a:pt x="352854" y="1683"/>
                  <a:pt x="395416" y="5802"/>
                </a:cubicBezTo>
                <a:cubicBezTo>
                  <a:pt x="437978" y="9921"/>
                  <a:pt x="469557" y="539889"/>
                  <a:pt x="510746" y="541262"/>
                </a:cubicBezTo>
                <a:cubicBezTo>
                  <a:pt x="551935" y="542635"/>
                  <a:pt x="598616" y="48364"/>
                  <a:pt x="642551" y="14040"/>
                </a:cubicBezTo>
                <a:cubicBezTo>
                  <a:pt x="686486" y="-20284"/>
                  <a:pt x="774357" y="335316"/>
                  <a:pt x="774357" y="335316"/>
                </a:cubicBezTo>
                <a:lnTo>
                  <a:pt x="774357" y="335316"/>
                </a:lnTo>
              </a:path>
            </a:pathLst>
          </a:custGeom>
          <a:noFill/>
          <a:ln>
            <a:solidFill>
              <a:srgbClr val="FFC000"/>
            </a:solidFill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9" name="Freeform 168"/>
          <p:cNvSpPr/>
          <p:nvPr/>
        </p:nvSpPr>
        <p:spPr>
          <a:xfrm>
            <a:off x="5083495" y="2757122"/>
            <a:ext cx="259125" cy="181125"/>
          </a:xfrm>
          <a:custGeom>
            <a:avLst/>
            <a:gdLst>
              <a:gd name="connsiteX0" fmla="*/ 0 w 774357"/>
              <a:gd name="connsiteY0" fmla="*/ 285889 h 541264"/>
              <a:gd name="connsiteX1" fmla="*/ 115330 w 774357"/>
              <a:gd name="connsiteY1" fmla="*/ 5802 h 541264"/>
              <a:gd name="connsiteX2" fmla="*/ 255373 w 774357"/>
              <a:gd name="connsiteY2" fmla="*/ 516548 h 541264"/>
              <a:gd name="connsiteX3" fmla="*/ 395416 w 774357"/>
              <a:gd name="connsiteY3" fmla="*/ 5802 h 541264"/>
              <a:gd name="connsiteX4" fmla="*/ 510746 w 774357"/>
              <a:gd name="connsiteY4" fmla="*/ 541262 h 541264"/>
              <a:gd name="connsiteX5" fmla="*/ 642551 w 774357"/>
              <a:gd name="connsiteY5" fmla="*/ 14040 h 541264"/>
              <a:gd name="connsiteX6" fmla="*/ 774357 w 774357"/>
              <a:gd name="connsiteY6" fmla="*/ 335316 h 541264"/>
              <a:gd name="connsiteX7" fmla="*/ 774357 w 774357"/>
              <a:gd name="connsiteY7" fmla="*/ 335316 h 541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74357" h="541264">
                <a:moveTo>
                  <a:pt x="0" y="285889"/>
                </a:moveTo>
                <a:cubicBezTo>
                  <a:pt x="36384" y="126624"/>
                  <a:pt x="72768" y="-32641"/>
                  <a:pt x="115330" y="5802"/>
                </a:cubicBezTo>
                <a:cubicBezTo>
                  <a:pt x="157892" y="44245"/>
                  <a:pt x="208692" y="516548"/>
                  <a:pt x="255373" y="516548"/>
                </a:cubicBezTo>
                <a:cubicBezTo>
                  <a:pt x="302054" y="516548"/>
                  <a:pt x="352854" y="1683"/>
                  <a:pt x="395416" y="5802"/>
                </a:cubicBezTo>
                <a:cubicBezTo>
                  <a:pt x="437978" y="9921"/>
                  <a:pt x="469557" y="539889"/>
                  <a:pt x="510746" y="541262"/>
                </a:cubicBezTo>
                <a:cubicBezTo>
                  <a:pt x="551935" y="542635"/>
                  <a:pt x="598616" y="48364"/>
                  <a:pt x="642551" y="14040"/>
                </a:cubicBezTo>
                <a:cubicBezTo>
                  <a:pt x="686486" y="-20284"/>
                  <a:pt x="774357" y="335316"/>
                  <a:pt x="774357" y="335316"/>
                </a:cubicBezTo>
                <a:lnTo>
                  <a:pt x="774357" y="335316"/>
                </a:lnTo>
              </a:path>
            </a:pathLst>
          </a:custGeom>
          <a:noFill/>
          <a:ln>
            <a:solidFill>
              <a:srgbClr val="92D050"/>
            </a:solidFill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0" name="Freeform 169"/>
          <p:cNvSpPr/>
          <p:nvPr/>
        </p:nvSpPr>
        <p:spPr>
          <a:xfrm>
            <a:off x="5941988" y="2781775"/>
            <a:ext cx="259125" cy="181125"/>
          </a:xfrm>
          <a:custGeom>
            <a:avLst/>
            <a:gdLst>
              <a:gd name="connsiteX0" fmla="*/ 0 w 774357"/>
              <a:gd name="connsiteY0" fmla="*/ 285889 h 541264"/>
              <a:gd name="connsiteX1" fmla="*/ 115330 w 774357"/>
              <a:gd name="connsiteY1" fmla="*/ 5802 h 541264"/>
              <a:gd name="connsiteX2" fmla="*/ 255373 w 774357"/>
              <a:gd name="connsiteY2" fmla="*/ 516548 h 541264"/>
              <a:gd name="connsiteX3" fmla="*/ 395416 w 774357"/>
              <a:gd name="connsiteY3" fmla="*/ 5802 h 541264"/>
              <a:gd name="connsiteX4" fmla="*/ 510746 w 774357"/>
              <a:gd name="connsiteY4" fmla="*/ 541262 h 541264"/>
              <a:gd name="connsiteX5" fmla="*/ 642551 w 774357"/>
              <a:gd name="connsiteY5" fmla="*/ 14040 h 541264"/>
              <a:gd name="connsiteX6" fmla="*/ 774357 w 774357"/>
              <a:gd name="connsiteY6" fmla="*/ 335316 h 541264"/>
              <a:gd name="connsiteX7" fmla="*/ 774357 w 774357"/>
              <a:gd name="connsiteY7" fmla="*/ 335316 h 541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74357" h="541264">
                <a:moveTo>
                  <a:pt x="0" y="285889"/>
                </a:moveTo>
                <a:cubicBezTo>
                  <a:pt x="36384" y="126624"/>
                  <a:pt x="72768" y="-32641"/>
                  <a:pt x="115330" y="5802"/>
                </a:cubicBezTo>
                <a:cubicBezTo>
                  <a:pt x="157892" y="44245"/>
                  <a:pt x="208692" y="516548"/>
                  <a:pt x="255373" y="516548"/>
                </a:cubicBezTo>
                <a:cubicBezTo>
                  <a:pt x="302054" y="516548"/>
                  <a:pt x="352854" y="1683"/>
                  <a:pt x="395416" y="5802"/>
                </a:cubicBezTo>
                <a:cubicBezTo>
                  <a:pt x="437978" y="9921"/>
                  <a:pt x="469557" y="539889"/>
                  <a:pt x="510746" y="541262"/>
                </a:cubicBezTo>
                <a:cubicBezTo>
                  <a:pt x="551935" y="542635"/>
                  <a:pt x="598616" y="48364"/>
                  <a:pt x="642551" y="14040"/>
                </a:cubicBezTo>
                <a:cubicBezTo>
                  <a:pt x="686486" y="-20284"/>
                  <a:pt x="774357" y="335316"/>
                  <a:pt x="774357" y="335316"/>
                </a:cubicBezTo>
                <a:lnTo>
                  <a:pt x="774357" y="335316"/>
                </a:lnTo>
              </a:path>
            </a:pathLst>
          </a:custGeom>
          <a:noFill/>
          <a:ln>
            <a:solidFill>
              <a:srgbClr val="00B0F0"/>
            </a:solidFill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1" name="AutoShape 31"/>
          <p:cNvSpPr>
            <a:spLocks noChangeArrowheads="1"/>
          </p:cNvSpPr>
          <p:nvPr/>
        </p:nvSpPr>
        <p:spPr bwMode="auto">
          <a:xfrm>
            <a:off x="6768601" y="1611627"/>
            <a:ext cx="1586627" cy="332219"/>
          </a:xfrm>
          <a:prstGeom prst="wedgeRoundRectCallout">
            <a:avLst>
              <a:gd name="adj1" fmla="val -77325"/>
              <a:gd name="adj2" fmla="val 25233"/>
              <a:gd name="adj3" fmla="val 16667"/>
            </a:avLst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zh-TW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Tone trend</a:t>
            </a:r>
            <a:endParaRPr lang="en-US" altLang="zh-TW" sz="2200" i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sz="2200" baseline="-25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2" name="AutoShape 31"/>
          <p:cNvSpPr>
            <a:spLocks noChangeArrowheads="1"/>
          </p:cNvSpPr>
          <p:nvPr/>
        </p:nvSpPr>
        <p:spPr bwMode="auto">
          <a:xfrm>
            <a:off x="6789634" y="1995951"/>
            <a:ext cx="1604480" cy="349367"/>
          </a:xfrm>
          <a:prstGeom prst="wedgeRoundRectCallout">
            <a:avLst>
              <a:gd name="adj1" fmla="val -79581"/>
              <a:gd name="adj2" fmla="val -23652"/>
              <a:gd name="adj3" fmla="val 16667"/>
            </a:avLst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zh-TW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Pitch trend</a:t>
            </a:r>
            <a:endParaRPr lang="en-US" altLang="zh-TW" sz="2200" i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sz="2000" baseline="-25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3" name="AutoShape 31"/>
          <p:cNvSpPr>
            <a:spLocks noChangeArrowheads="1"/>
          </p:cNvSpPr>
          <p:nvPr/>
        </p:nvSpPr>
        <p:spPr bwMode="auto">
          <a:xfrm>
            <a:off x="5469773" y="1140699"/>
            <a:ext cx="2433021" cy="411948"/>
          </a:xfrm>
          <a:prstGeom prst="wedgeRoundRectCallout">
            <a:avLst>
              <a:gd name="adj1" fmla="val -21384"/>
              <a:gd name="adj2" fmla="val 100562"/>
              <a:gd name="adj3" fmla="val 16667"/>
            </a:avLst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zh-TW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frequent pattern</a:t>
            </a:r>
            <a:endParaRPr lang="en-US" altLang="zh-TW" sz="2200" baseline="-25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" name="TextBox 173"/>
          <p:cNvSpPr txBox="1"/>
          <p:nvPr/>
        </p:nvSpPr>
        <p:spPr>
          <a:xfrm>
            <a:off x="2474661" y="1292590"/>
            <a:ext cx="268131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FP database </a:t>
            </a:r>
            <a:r>
              <a:rPr lang="en-US" sz="2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(General)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5" name="TextBox 174"/>
          <p:cNvSpPr txBox="1"/>
          <p:nvPr/>
        </p:nvSpPr>
        <p:spPr>
          <a:xfrm>
            <a:off x="2217852" y="3316086"/>
            <a:ext cx="342273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Frequent pitch trends (Style)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6" name="Freeform 175"/>
          <p:cNvSpPr/>
          <p:nvPr/>
        </p:nvSpPr>
        <p:spPr>
          <a:xfrm>
            <a:off x="3324904" y="3967366"/>
            <a:ext cx="259125" cy="181125"/>
          </a:xfrm>
          <a:custGeom>
            <a:avLst/>
            <a:gdLst>
              <a:gd name="connsiteX0" fmla="*/ 0 w 774357"/>
              <a:gd name="connsiteY0" fmla="*/ 285889 h 541264"/>
              <a:gd name="connsiteX1" fmla="*/ 115330 w 774357"/>
              <a:gd name="connsiteY1" fmla="*/ 5802 h 541264"/>
              <a:gd name="connsiteX2" fmla="*/ 255373 w 774357"/>
              <a:gd name="connsiteY2" fmla="*/ 516548 h 541264"/>
              <a:gd name="connsiteX3" fmla="*/ 395416 w 774357"/>
              <a:gd name="connsiteY3" fmla="*/ 5802 h 541264"/>
              <a:gd name="connsiteX4" fmla="*/ 510746 w 774357"/>
              <a:gd name="connsiteY4" fmla="*/ 541262 h 541264"/>
              <a:gd name="connsiteX5" fmla="*/ 642551 w 774357"/>
              <a:gd name="connsiteY5" fmla="*/ 14040 h 541264"/>
              <a:gd name="connsiteX6" fmla="*/ 774357 w 774357"/>
              <a:gd name="connsiteY6" fmla="*/ 335316 h 541264"/>
              <a:gd name="connsiteX7" fmla="*/ 774357 w 774357"/>
              <a:gd name="connsiteY7" fmla="*/ 335316 h 541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74357" h="541264">
                <a:moveTo>
                  <a:pt x="0" y="285889"/>
                </a:moveTo>
                <a:cubicBezTo>
                  <a:pt x="36384" y="126624"/>
                  <a:pt x="72768" y="-32641"/>
                  <a:pt x="115330" y="5802"/>
                </a:cubicBezTo>
                <a:cubicBezTo>
                  <a:pt x="157892" y="44245"/>
                  <a:pt x="208692" y="516548"/>
                  <a:pt x="255373" y="516548"/>
                </a:cubicBezTo>
                <a:cubicBezTo>
                  <a:pt x="302054" y="516548"/>
                  <a:pt x="352854" y="1683"/>
                  <a:pt x="395416" y="5802"/>
                </a:cubicBezTo>
                <a:cubicBezTo>
                  <a:pt x="437978" y="9921"/>
                  <a:pt x="469557" y="539889"/>
                  <a:pt x="510746" y="541262"/>
                </a:cubicBezTo>
                <a:cubicBezTo>
                  <a:pt x="551935" y="542635"/>
                  <a:pt x="598616" y="48364"/>
                  <a:pt x="642551" y="14040"/>
                </a:cubicBezTo>
                <a:cubicBezTo>
                  <a:pt x="686486" y="-20284"/>
                  <a:pt x="774357" y="335316"/>
                  <a:pt x="774357" y="335316"/>
                </a:cubicBezTo>
                <a:lnTo>
                  <a:pt x="774357" y="335316"/>
                </a:lnTo>
              </a:path>
            </a:pathLst>
          </a:custGeom>
          <a:noFill/>
          <a:ln>
            <a:solidFill>
              <a:srgbClr val="C00000"/>
            </a:solidFill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7" name="Freeform 176"/>
          <p:cNvSpPr/>
          <p:nvPr/>
        </p:nvSpPr>
        <p:spPr>
          <a:xfrm>
            <a:off x="4285099" y="3995556"/>
            <a:ext cx="259125" cy="181125"/>
          </a:xfrm>
          <a:custGeom>
            <a:avLst/>
            <a:gdLst>
              <a:gd name="connsiteX0" fmla="*/ 0 w 774357"/>
              <a:gd name="connsiteY0" fmla="*/ 285889 h 541264"/>
              <a:gd name="connsiteX1" fmla="*/ 115330 w 774357"/>
              <a:gd name="connsiteY1" fmla="*/ 5802 h 541264"/>
              <a:gd name="connsiteX2" fmla="*/ 255373 w 774357"/>
              <a:gd name="connsiteY2" fmla="*/ 516548 h 541264"/>
              <a:gd name="connsiteX3" fmla="*/ 395416 w 774357"/>
              <a:gd name="connsiteY3" fmla="*/ 5802 h 541264"/>
              <a:gd name="connsiteX4" fmla="*/ 510746 w 774357"/>
              <a:gd name="connsiteY4" fmla="*/ 541262 h 541264"/>
              <a:gd name="connsiteX5" fmla="*/ 642551 w 774357"/>
              <a:gd name="connsiteY5" fmla="*/ 14040 h 541264"/>
              <a:gd name="connsiteX6" fmla="*/ 774357 w 774357"/>
              <a:gd name="connsiteY6" fmla="*/ 335316 h 541264"/>
              <a:gd name="connsiteX7" fmla="*/ 774357 w 774357"/>
              <a:gd name="connsiteY7" fmla="*/ 335316 h 541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74357" h="541264">
                <a:moveTo>
                  <a:pt x="0" y="285889"/>
                </a:moveTo>
                <a:cubicBezTo>
                  <a:pt x="36384" y="126624"/>
                  <a:pt x="72768" y="-32641"/>
                  <a:pt x="115330" y="5802"/>
                </a:cubicBezTo>
                <a:cubicBezTo>
                  <a:pt x="157892" y="44245"/>
                  <a:pt x="208692" y="516548"/>
                  <a:pt x="255373" y="516548"/>
                </a:cubicBezTo>
                <a:cubicBezTo>
                  <a:pt x="302054" y="516548"/>
                  <a:pt x="352854" y="1683"/>
                  <a:pt x="395416" y="5802"/>
                </a:cubicBezTo>
                <a:cubicBezTo>
                  <a:pt x="437978" y="9921"/>
                  <a:pt x="469557" y="539889"/>
                  <a:pt x="510746" y="541262"/>
                </a:cubicBezTo>
                <a:cubicBezTo>
                  <a:pt x="551935" y="542635"/>
                  <a:pt x="598616" y="48364"/>
                  <a:pt x="642551" y="14040"/>
                </a:cubicBezTo>
                <a:cubicBezTo>
                  <a:pt x="686486" y="-20284"/>
                  <a:pt x="774357" y="335316"/>
                  <a:pt x="774357" y="335316"/>
                </a:cubicBezTo>
                <a:lnTo>
                  <a:pt x="774357" y="335316"/>
                </a:lnTo>
              </a:path>
            </a:pathLst>
          </a:custGeom>
          <a:noFill/>
          <a:ln>
            <a:solidFill>
              <a:srgbClr val="00B0F0"/>
            </a:solidFill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8" name="Rectangle 177"/>
          <p:cNvSpPr/>
          <p:nvPr/>
        </p:nvSpPr>
        <p:spPr>
          <a:xfrm>
            <a:off x="4117350" y="4546335"/>
            <a:ext cx="627992" cy="45853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9" name="Freeform 178"/>
          <p:cNvSpPr/>
          <p:nvPr/>
        </p:nvSpPr>
        <p:spPr>
          <a:xfrm>
            <a:off x="3324904" y="4699459"/>
            <a:ext cx="259125" cy="181125"/>
          </a:xfrm>
          <a:custGeom>
            <a:avLst/>
            <a:gdLst>
              <a:gd name="connsiteX0" fmla="*/ 0 w 774357"/>
              <a:gd name="connsiteY0" fmla="*/ 285889 h 541264"/>
              <a:gd name="connsiteX1" fmla="*/ 115330 w 774357"/>
              <a:gd name="connsiteY1" fmla="*/ 5802 h 541264"/>
              <a:gd name="connsiteX2" fmla="*/ 255373 w 774357"/>
              <a:gd name="connsiteY2" fmla="*/ 516548 h 541264"/>
              <a:gd name="connsiteX3" fmla="*/ 395416 w 774357"/>
              <a:gd name="connsiteY3" fmla="*/ 5802 h 541264"/>
              <a:gd name="connsiteX4" fmla="*/ 510746 w 774357"/>
              <a:gd name="connsiteY4" fmla="*/ 541262 h 541264"/>
              <a:gd name="connsiteX5" fmla="*/ 642551 w 774357"/>
              <a:gd name="connsiteY5" fmla="*/ 14040 h 541264"/>
              <a:gd name="connsiteX6" fmla="*/ 774357 w 774357"/>
              <a:gd name="connsiteY6" fmla="*/ 335316 h 541264"/>
              <a:gd name="connsiteX7" fmla="*/ 774357 w 774357"/>
              <a:gd name="connsiteY7" fmla="*/ 335316 h 541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74357" h="541264">
                <a:moveTo>
                  <a:pt x="0" y="285889"/>
                </a:moveTo>
                <a:cubicBezTo>
                  <a:pt x="36384" y="126624"/>
                  <a:pt x="72768" y="-32641"/>
                  <a:pt x="115330" y="5802"/>
                </a:cubicBezTo>
                <a:cubicBezTo>
                  <a:pt x="157892" y="44245"/>
                  <a:pt x="208692" y="516548"/>
                  <a:pt x="255373" y="516548"/>
                </a:cubicBezTo>
                <a:cubicBezTo>
                  <a:pt x="302054" y="516548"/>
                  <a:pt x="352854" y="1683"/>
                  <a:pt x="395416" y="5802"/>
                </a:cubicBezTo>
                <a:cubicBezTo>
                  <a:pt x="437978" y="9921"/>
                  <a:pt x="469557" y="539889"/>
                  <a:pt x="510746" y="541262"/>
                </a:cubicBezTo>
                <a:cubicBezTo>
                  <a:pt x="551935" y="542635"/>
                  <a:pt x="598616" y="48364"/>
                  <a:pt x="642551" y="14040"/>
                </a:cubicBezTo>
                <a:cubicBezTo>
                  <a:pt x="686486" y="-20284"/>
                  <a:pt x="774357" y="335316"/>
                  <a:pt x="774357" y="335316"/>
                </a:cubicBezTo>
                <a:lnTo>
                  <a:pt x="774357" y="335316"/>
                </a:lnTo>
              </a:path>
            </a:pathLst>
          </a:custGeom>
          <a:noFill/>
          <a:ln>
            <a:solidFill>
              <a:srgbClr val="7030A0"/>
            </a:solidFill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0" name="Freeform 179"/>
          <p:cNvSpPr/>
          <p:nvPr/>
        </p:nvSpPr>
        <p:spPr>
          <a:xfrm>
            <a:off x="4260022" y="4685038"/>
            <a:ext cx="259125" cy="181125"/>
          </a:xfrm>
          <a:custGeom>
            <a:avLst/>
            <a:gdLst>
              <a:gd name="connsiteX0" fmla="*/ 0 w 774357"/>
              <a:gd name="connsiteY0" fmla="*/ 285889 h 541264"/>
              <a:gd name="connsiteX1" fmla="*/ 115330 w 774357"/>
              <a:gd name="connsiteY1" fmla="*/ 5802 h 541264"/>
              <a:gd name="connsiteX2" fmla="*/ 255373 w 774357"/>
              <a:gd name="connsiteY2" fmla="*/ 516548 h 541264"/>
              <a:gd name="connsiteX3" fmla="*/ 395416 w 774357"/>
              <a:gd name="connsiteY3" fmla="*/ 5802 h 541264"/>
              <a:gd name="connsiteX4" fmla="*/ 510746 w 774357"/>
              <a:gd name="connsiteY4" fmla="*/ 541262 h 541264"/>
              <a:gd name="connsiteX5" fmla="*/ 642551 w 774357"/>
              <a:gd name="connsiteY5" fmla="*/ 14040 h 541264"/>
              <a:gd name="connsiteX6" fmla="*/ 774357 w 774357"/>
              <a:gd name="connsiteY6" fmla="*/ 335316 h 541264"/>
              <a:gd name="connsiteX7" fmla="*/ 774357 w 774357"/>
              <a:gd name="connsiteY7" fmla="*/ 335316 h 541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74357" h="541264">
                <a:moveTo>
                  <a:pt x="0" y="285889"/>
                </a:moveTo>
                <a:cubicBezTo>
                  <a:pt x="36384" y="126624"/>
                  <a:pt x="72768" y="-32641"/>
                  <a:pt x="115330" y="5802"/>
                </a:cubicBezTo>
                <a:cubicBezTo>
                  <a:pt x="157892" y="44245"/>
                  <a:pt x="208692" y="516548"/>
                  <a:pt x="255373" y="516548"/>
                </a:cubicBezTo>
                <a:cubicBezTo>
                  <a:pt x="302054" y="516548"/>
                  <a:pt x="352854" y="1683"/>
                  <a:pt x="395416" y="5802"/>
                </a:cubicBezTo>
                <a:cubicBezTo>
                  <a:pt x="437978" y="9921"/>
                  <a:pt x="469557" y="539889"/>
                  <a:pt x="510746" y="541262"/>
                </a:cubicBezTo>
                <a:cubicBezTo>
                  <a:pt x="551935" y="542635"/>
                  <a:pt x="598616" y="48364"/>
                  <a:pt x="642551" y="14040"/>
                </a:cubicBezTo>
                <a:cubicBezTo>
                  <a:pt x="686486" y="-20284"/>
                  <a:pt x="774357" y="335316"/>
                  <a:pt x="774357" y="335316"/>
                </a:cubicBezTo>
                <a:lnTo>
                  <a:pt x="774357" y="335316"/>
                </a:lnTo>
              </a:path>
            </a:pathLst>
          </a:custGeom>
          <a:noFill/>
          <a:ln>
            <a:solidFill>
              <a:srgbClr val="2F2F2F"/>
            </a:solidFill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1" name="Freeform 180"/>
          <p:cNvSpPr/>
          <p:nvPr/>
        </p:nvSpPr>
        <p:spPr>
          <a:xfrm>
            <a:off x="6045573" y="3919659"/>
            <a:ext cx="259125" cy="181125"/>
          </a:xfrm>
          <a:custGeom>
            <a:avLst/>
            <a:gdLst>
              <a:gd name="connsiteX0" fmla="*/ 0 w 774357"/>
              <a:gd name="connsiteY0" fmla="*/ 285889 h 541264"/>
              <a:gd name="connsiteX1" fmla="*/ 115330 w 774357"/>
              <a:gd name="connsiteY1" fmla="*/ 5802 h 541264"/>
              <a:gd name="connsiteX2" fmla="*/ 255373 w 774357"/>
              <a:gd name="connsiteY2" fmla="*/ 516548 h 541264"/>
              <a:gd name="connsiteX3" fmla="*/ 395416 w 774357"/>
              <a:gd name="connsiteY3" fmla="*/ 5802 h 541264"/>
              <a:gd name="connsiteX4" fmla="*/ 510746 w 774357"/>
              <a:gd name="connsiteY4" fmla="*/ 541262 h 541264"/>
              <a:gd name="connsiteX5" fmla="*/ 642551 w 774357"/>
              <a:gd name="connsiteY5" fmla="*/ 14040 h 541264"/>
              <a:gd name="connsiteX6" fmla="*/ 774357 w 774357"/>
              <a:gd name="connsiteY6" fmla="*/ 335316 h 541264"/>
              <a:gd name="connsiteX7" fmla="*/ 774357 w 774357"/>
              <a:gd name="connsiteY7" fmla="*/ 335316 h 541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74357" h="541264">
                <a:moveTo>
                  <a:pt x="0" y="285889"/>
                </a:moveTo>
                <a:cubicBezTo>
                  <a:pt x="36384" y="126624"/>
                  <a:pt x="72768" y="-32641"/>
                  <a:pt x="115330" y="5802"/>
                </a:cubicBezTo>
                <a:cubicBezTo>
                  <a:pt x="157892" y="44245"/>
                  <a:pt x="208692" y="516548"/>
                  <a:pt x="255373" y="516548"/>
                </a:cubicBezTo>
                <a:cubicBezTo>
                  <a:pt x="302054" y="516548"/>
                  <a:pt x="352854" y="1683"/>
                  <a:pt x="395416" y="5802"/>
                </a:cubicBezTo>
                <a:cubicBezTo>
                  <a:pt x="437978" y="9921"/>
                  <a:pt x="469557" y="539889"/>
                  <a:pt x="510746" y="541262"/>
                </a:cubicBezTo>
                <a:cubicBezTo>
                  <a:pt x="551935" y="542635"/>
                  <a:pt x="598616" y="48364"/>
                  <a:pt x="642551" y="14040"/>
                </a:cubicBezTo>
                <a:cubicBezTo>
                  <a:pt x="686486" y="-20284"/>
                  <a:pt x="774357" y="335316"/>
                  <a:pt x="774357" y="335316"/>
                </a:cubicBezTo>
                <a:lnTo>
                  <a:pt x="774357" y="335316"/>
                </a:lnTo>
              </a:path>
            </a:pathLst>
          </a:custGeom>
          <a:noFill/>
          <a:ln>
            <a:solidFill>
              <a:srgbClr val="C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2" name="Freeform 181"/>
          <p:cNvSpPr/>
          <p:nvPr/>
        </p:nvSpPr>
        <p:spPr>
          <a:xfrm>
            <a:off x="6045573" y="4153687"/>
            <a:ext cx="259125" cy="181125"/>
          </a:xfrm>
          <a:custGeom>
            <a:avLst/>
            <a:gdLst>
              <a:gd name="connsiteX0" fmla="*/ 0 w 774357"/>
              <a:gd name="connsiteY0" fmla="*/ 285889 h 541264"/>
              <a:gd name="connsiteX1" fmla="*/ 115330 w 774357"/>
              <a:gd name="connsiteY1" fmla="*/ 5802 h 541264"/>
              <a:gd name="connsiteX2" fmla="*/ 255373 w 774357"/>
              <a:gd name="connsiteY2" fmla="*/ 516548 h 541264"/>
              <a:gd name="connsiteX3" fmla="*/ 395416 w 774357"/>
              <a:gd name="connsiteY3" fmla="*/ 5802 h 541264"/>
              <a:gd name="connsiteX4" fmla="*/ 510746 w 774357"/>
              <a:gd name="connsiteY4" fmla="*/ 541262 h 541264"/>
              <a:gd name="connsiteX5" fmla="*/ 642551 w 774357"/>
              <a:gd name="connsiteY5" fmla="*/ 14040 h 541264"/>
              <a:gd name="connsiteX6" fmla="*/ 774357 w 774357"/>
              <a:gd name="connsiteY6" fmla="*/ 335316 h 541264"/>
              <a:gd name="connsiteX7" fmla="*/ 774357 w 774357"/>
              <a:gd name="connsiteY7" fmla="*/ 335316 h 541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74357" h="541264">
                <a:moveTo>
                  <a:pt x="0" y="285889"/>
                </a:moveTo>
                <a:cubicBezTo>
                  <a:pt x="36384" y="126624"/>
                  <a:pt x="72768" y="-32641"/>
                  <a:pt x="115330" y="5802"/>
                </a:cubicBezTo>
                <a:cubicBezTo>
                  <a:pt x="157892" y="44245"/>
                  <a:pt x="208692" y="516548"/>
                  <a:pt x="255373" y="516548"/>
                </a:cubicBezTo>
                <a:cubicBezTo>
                  <a:pt x="302054" y="516548"/>
                  <a:pt x="352854" y="1683"/>
                  <a:pt x="395416" y="5802"/>
                </a:cubicBezTo>
                <a:cubicBezTo>
                  <a:pt x="437978" y="9921"/>
                  <a:pt x="469557" y="539889"/>
                  <a:pt x="510746" y="541262"/>
                </a:cubicBezTo>
                <a:cubicBezTo>
                  <a:pt x="551935" y="542635"/>
                  <a:pt x="598616" y="48364"/>
                  <a:pt x="642551" y="14040"/>
                </a:cubicBezTo>
                <a:cubicBezTo>
                  <a:pt x="686486" y="-20284"/>
                  <a:pt x="774357" y="335316"/>
                  <a:pt x="774357" y="335316"/>
                </a:cubicBezTo>
                <a:lnTo>
                  <a:pt x="774357" y="335316"/>
                </a:lnTo>
              </a:path>
            </a:pathLst>
          </a:custGeom>
          <a:noFill/>
          <a:ln>
            <a:solidFill>
              <a:srgbClr val="C00000"/>
            </a:solidFill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3" name="Freeform 182"/>
          <p:cNvSpPr/>
          <p:nvPr/>
        </p:nvSpPr>
        <p:spPr>
          <a:xfrm>
            <a:off x="6962642" y="3891997"/>
            <a:ext cx="259125" cy="181125"/>
          </a:xfrm>
          <a:custGeom>
            <a:avLst/>
            <a:gdLst>
              <a:gd name="connsiteX0" fmla="*/ 0 w 774357"/>
              <a:gd name="connsiteY0" fmla="*/ 285889 h 541264"/>
              <a:gd name="connsiteX1" fmla="*/ 115330 w 774357"/>
              <a:gd name="connsiteY1" fmla="*/ 5802 h 541264"/>
              <a:gd name="connsiteX2" fmla="*/ 255373 w 774357"/>
              <a:gd name="connsiteY2" fmla="*/ 516548 h 541264"/>
              <a:gd name="connsiteX3" fmla="*/ 395416 w 774357"/>
              <a:gd name="connsiteY3" fmla="*/ 5802 h 541264"/>
              <a:gd name="connsiteX4" fmla="*/ 510746 w 774357"/>
              <a:gd name="connsiteY4" fmla="*/ 541262 h 541264"/>
              <a:gd name="connsiteX5" fmla="*/ 642551 w 774357"/>
              <a:gd name="connsiteY5" fmla="*/ 14040 h 541264"/>
              <a:gd name="connsiteX6" fmla="*/ 774357 w 774357"/>
              <a:gd name="connsiteY6" fmla="*/ 335316 h 541264"/>
              <a:gd name="connsiteX7" fmla="*/ 774357 w 774357"/>
              <a:gd name="connsiteY7" fmla="*/ 335316 h 541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74357" h="541264">
                <a:moveTo>
                  <a:pt x="0" y="285889"/>
                </a:moveTo>
                <a:cubicBezTo>
                  <a:pt x="36384" y="126624"/>
                  <a:pt x="72768" y="-32641"/>
                  <a:pt x="115330" y="5802"/>
                </a:cubicBezTo>
                <a:cubicBezTo>
                  <a:pt x="157892" y="44245"/>
                  <a:pt x="208692" y="516548"/>
                  <a:pt x="255373" y="516548"/>
                </a:cubicBezTo>
                <a:cubicBezTo>
                  <a:pt x="302054" y="516548"/>
                  <a:pt x="352854" y="1683"/>
                  <a:pt x="395416" y="5802"/>
                </a:cubicBezTo>
                <a:cubicBezTo>
                  <a:pt x="437978" y="9921"/>
                  <a:pt x="469557" y="539889"/>
                  <a:pt x="510746" y="541262"/>
                </a:cubicBezTo>
                <a:cubicBezTo>
                  <a:pt x="551935" y="542635"/>
                  <a:pt x="598616" y="48364"/>
                  <a:pt x="642551" y="14040"/>
                </a:cubicBezTo>
                <a:cubicBezTo>
                  <a:pt x="686486" y="-20284"/>
                  <a:pt x="774357" y="335316"/>
                  <a:pt x="774357" y="335316"/>
                </a:cubicBezTo>
                <a:lnTo>
                  <a:pt x="774357" y="335316"/>
                </a:lnTo>
              </a:path>
            </a:pathLst>
          </a:custGeom>
          <a:noFill/>
          <a:ln>
            <a:solidFill>
              <a:srgbClr val="00B0F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4" name="Freeform 183"/>
          <p:cNvSpPr/>
          <p:nvPr/>
        </p:nvSpPr>
        <p:spPr>
          <a:xfrm>
            <a:off x="6962642" y="4134623"/>
            <a:ext cx="259125" cy="181125"/>
          </a:xfrm>
          <a:custGeom>
            <a:avLst/>
            <a:gdLst>
              <a:gd name="connsiteX0" fmla="*/ 0 w 774357"/>
              <a:gd name="connsiteY0" fmla="*/ 285889 h 541264"/>
              <a:gd name="connsiteX1" fmla="*/ 115330 w 774357"/>
              <a:gd name="connsiteY1" fmla="*/ 5802 h 541264"/>
              <a:gd name="connsiteX2" fmla="*/ 255373 w 774357"/>
              <a:gd name="connsiteY2" fmla="*/ 516548 h 541264"/>
              <a:gd name="connsiteX3" fmla="*/ 395416 w 774357"/>
              <a:gd name="connsiteY3" fmla="*/ 5802 h 541264"/>
              <a:gd name="connsiteX4" fmla="*/ 510746 w 774357"/>
              <a:gd name="connsiteY4" fmla="*/ 541262 h 541264"/>
              <a:gd name="connsiteX5" fmla="*/ 642551 w 774357"/>
              <a:gd name="connsiteY5" fmla="*/ 14040 h 541264"/>
              <a:gd name="connsiteX6" fmla="*/ 774357 w 774357"/>
              <a:gd name="connsiteY6" fmla="*/ 335316 h 541264"/>
              <a:gd name="connsiteX7" fmla="*/ 774357 w 774357"/>
              <a:gd name="connsiteY7" fmla="*/ 335316 h 541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74357" h="541264">
                <a:moveTo>
                  <a:pt x="0" y="285889"/>
                </a:moveTo>
                <a:cubicBezTo>
                  <a:pt x="36384" y="126624"/>
                  <a:pt x="72768" y="-32641"/>
                  <a:pt x="115330" y="5802"/>
                </a:cubicBezTo>
                <a:cubicBezTo>
                  <a:pt x="157892" y="44245"/>
                  <a:pt x="208692" y="516548"/>
                  <a:pt x="255373" y="516548"/>
                </a:cubicBezTo>
                <a:cubicBezTo>
                  <a:pt x="302054" y="516548"/>
                  <a:pt x="352854" y="1683"/>
                  <a:pt x="395416" y="5802"/>
                </a:cubicBezTo>
                <a:cubicBezTo>
                  <a:pt x="437978" y="9921"/>
                  <a:pt x="469557" y="539889"/>
                  <a:pt x="510746" y="541262"/>
                </a:cubicBezTo>
                <a:cubicBezTo>
                  <a:pt x="551935" y="542635"/>
                  <a:pt x="598616" y="48364"/>
                  <a:pt x="642551" y="14040"/>
                </a:cubicBezTo>
                <a:cubicBezTo>
                  <a:pt x="686486" y="-20284"/>
                  <a:pt x="774357" y="335316"/>
                  <a:pt x="774357" y="335316"/>
                </a:cubicBezTo>
                <a:lnTo>
                  <a:pt x="774357" y="335316"/>
                </a:lnTo>
              </a:path>
            </a:pathLst>
          </a:custGeom>
          <a:noFill/>
          <a:ln>
            <a:solidFill>
              <a:srgbClr val="00B0F0"/>
            </a:solidFill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85" name="Straight Arrow Connector 184"/>
          <p:cNvCxnSpPr>
            <a:stCxn id="153" idx="3"/>
            <a:endCxn id="156" idx="1"/>
          </p:cNvCxnSpPr>
          <p:nvPr/>
        </p:nvCxnSpPr>
        <p:spPr>
          <a:xfrm flipV="1">
            <a:off x="2252315" y="4485827"/>
            <a:ext cx="644817" cy="56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0" name="TextBox 189"/>
          <p:cNvSpPr txBox="1"/>
          <p:nvPr/>
        </p:nvSpPr>
        <p:spPr>
          <a:xfrm>
            <a:off x="5465033" y="5224951"/>
            <a:ext cx="236872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FP database (Style)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4" name="Rectangle 193"/>
          <p:cNvSpPr/>
          <p:nvPr/>
        </p:nvSpPr>
        <p:spPr>
          <a:xfrm>
            <a:off x="2885144" y="1794620"/>
            <a:ext cx="490500" cy="45853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5" name="Freeform 194"/>
          <p:cNvSpPr/>
          <p:nvPr/>
        </p:nvSpPr>
        <p:spPr>
          <a:xfrm>
            <a:off x="3035300" y="2048371"/>
            <a:ext cx="138406" cy="175394"/>
          </a:xfrm>
          <a:custGeom>
            <a:avLst/>
            <a:gdLst>
              <a:gd name="connsiteX0" fmla="*/ 0 w 426842"/>
              <a:gd name="connsiteY0" fmla="*/ 276382 h 474120"/>
              <a:gd name="connsiteX1" fmla="*/ 107092 w 426842"/>
              <a:gd name="connsiteY1" fmla="*/ 4533 h 474120"/>
              <a:gd name="connsiteX2" fmla="*/ 205946 w 426842"/>
              <a:gd name="connsiteY2" fmla="*/ 474090 h 474120"/>
              <a:gd name="connsiteX3" fmla="*/ 329513 w 426842"/>
              <a:gd name="connsiteY3" fmla="*/ 29246 h 474120"/>
              <a:gd name="connsiteX4" fmla="*/ 420130 w 426842"/>
              <a:gd name="connsiteY4" fmla="*/ 276382 h 474120"/>
              <a:gd name="connsiteX5" fmla="*/ 420130 w 426842"/>
              <a:gd name="connsiteY5" fmla="*/ 243430 h 474120"/>
              <a:gd name="connsiteX6" fmla="*/ 420130 w 426842"/>
              <a:gd name="connsiteY6" fmla="*/ 243430 h 4741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26842" h="474120">
                <a:moveTo>
                  <a:pt x="0" y="276382"/>
                </a:moveTo>
                <a:cubicBezTo>
                  <a:pt x="36384" y="123982"/>
                  <a:pt x="72768" y="-28418"/>
                  <a:pt x="107092" y="4533"/>
                </a:cubicBezTo>
                <a:cubicBezTo>
                  <a:pt x="141416" y="37484"/>
                  <a:pt x="168876" y="469971"/>
                  <a:pt x="205946" y="474090"/>
                </a:cubicBezTo>
                <a:cubicBezTo>
                  <a:pt x="243016" y="478209"/>
                  <a:pt x="293816" y="62197"/>
                  <a:pt x="329513" y="29246"/>
                </a:cubicBezTo>
                <a:cubicBezTo>
                  <a:pt x="365210" y="-3705"/>
                  <a:pt x="405027" y="240685"/>
                  <a:pt x="420130" y="276382"/>
                </a:cubicBezTo>
                <a:cubicBezTo>
                  <a:pt x="435233" y="312079"/>
                  <a:pt x="420130" y="243430"/>
                  <a:pt x="420130" y="243430"/>
                </a:cubicBezTo>
                <a:lnTo>
                  <a:pt x="420130" y="243430"/>
                </a:lnTo>
              </a:path>
            </a:pathLst>
          </a:custGeom>
          <a:noFill/>
          <a:ln>
            <a:solidFill>
              <a:srgbClr val="C00000"/>
            </a:solidFill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  <a:prstDash val="sysDot"/>
              </a:ln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6" name="Freeform 195"/>
          <p:cNvSpPr/>
          <p:nvPr/>
        </p:nvSpPr>
        <p:spPr>
          <a:xfrm>
            <a:off x="3050626" y="1847251"/>
            <a:ext cx="138406" cy="175394"/>
          </a:xfrm>
          <a:custGeom>
            <a:avLst/>
            <a:gdLst>
              <a:gd name="connsiteX0" fmla="*/ 0 w 426842"/>
              <a:gd name="connsiteY0" fmla="*/ 276382 h 474120"/>
              <a:gd name="connsiteX1" fmla="*/ 107092 w 426842"/>
              <a:gd name="connsiteY1" fmla="*/ 4533 h 474120"/>
              <a:gd name="connsiteX2" fmla="*/ 205946 w 426842"/>
              <a:gd name="connsiteY2" fmla="*/ 474090 h 474120"/>
              <a:gd name="connsiteX3" fmla="*/ 329513 w 426842"/>
              <a:gd name="connsiteY3" fmla="*/ 29246 h 474120"/>
              <a:gd name="connsiteX4" fmla="*/ 420130 w 426842"/>
              <a:gd name="connsiteY4" fmla="*/ 276382 h 474120"/>
              <a:gd name="connsiteX5" fmla="*/ 420130 w 426842"/>
              <a:gd name="connsiteY5" fmla="*/ 243430 h 474120"/>
              <a:gd name="connsiteX6" fmla="*/ 420130 w 426842"/>
              <a:gd name="connsiteY6" fmla="*/ 243430 h 4741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26842" h="474120">
                <a:moveTo>
                  <a:pt x="0" y="276382"/>
                </a:moveTo>
                <a:cubicBezTo>
                  <a:pt x="36384" y="123982"/>
                  <a:pt x="72768" y="-28418"/>
                  <a:pt x="107092" y="4533"/>
                </a:cubicBezTo>
                <a:cubicBezTo>
                  <a:pt x="141416" y="37484"/>
                  <a:pt x="168876" y="469971"/>
                  <a:pt x="205946" y="474090"/>
                </a:cubicBezTo>
                <a:cubicBezTo>
                  <a:pt x="243016" y="478209"/>
                  <a:pt x="293816" y="62197"/>
                  <a:pt x="329513" y="29246"/>
                </a:cubicBezTo>
                <a:cubicBezTo>
                  <a:pt x="365210" y="-3705"/>
                  <a:pt x="405027" y="240685"/>
                  <a:pt x="420130" y="276382"/>
                </a:cubicBezTo>
                <a:cubicBezTo>
                  <a:pt x="435233" y="312079"/>
                  <a:pt x="420130" y="243430"/>
                  <a:pt x="420130" y="243430"/>
                </a:cubicBezTo>
                <a:lnTo>
                  <a:pt x="420130" y="243430"/>
                </a:lnTo>
              </a:path>
            </a:pathLst>
          </a:custGeom>
          <a:noFill/>
          <a:ln>
            <a:solidFill>
              <a:srgbClr val="C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2">
                    <a:lumMod val="75000"/>
                    <a:lumOff val="25000"/>
                  </a:schemeClr>
                </a:solidFill>
                <a:prstDash val="sysDash"/>
              </a:ln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7" name="Rectangle 196"/>
          <p:cNvSpPr/>
          <p:nvPr/>
        </p:nvSpPr>
        <p:spPr>
          <a:xfrm>
            <a:off x="3550881" y="1798246"/>
            <a:ext cx="490500" cy="45853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8" name="Rectangle 197"/>
          <p:cNvSpPr/>
          <p:nvPr/>
        </p:nvSpPr>
        <p:spPr>
          <a:xfrm>
            <a:off x="4187454" y="1786350"/>
            <a:ext cx="490500" cy="45853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9" name="Rectangle 198"/>
          <p:cNvSpPr/>
          <p:nvPr/>
        </p:nvSpPr>
        <p:spPr>
          <a:xfrm>
            <a:off x="2901532" y="2510427"/>
            <a:ext cx="490500" cy="45853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0" name="Rectangle 199"/>
          <p:cNvSpPr/>
          <p:nvPr/>
        </p:nvSpPr>
        <p:spPr>
          <a:xfrm>
            <a:off x="3578510" y="2501056"/>
            <a:ext cx="490500" cy="45853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1" name="Rectangle 200"/>
          <p:cNvSpPr/>
          <p:nvPr/>
        </p:nvSpPr>
        <p:spPr>
          <a:xfrm>
            <a:off x="4185570" y="2508248"/>
            <a:ext cx="490500" cy="45853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2" name="Freeform 201"/>
          <p:cNvSpPr/>
          <p:nvPr/>
        </p:nvSpPr>
        <p:spPr>
          <a:xfrm>
            <a:off x="3705816" y="2022645"/>
            <a:ext cx="180721" cy="229018"/>
          </a:xfrm>
          <a:custGeom>
            <a:avLst/>
            <a:gdLst>
              <a:gd name="connsiteX0" fmla="*/ 0 w 426842"/>
              <a:gd name="connsiteY0" fmla="*/ 276382 h 474120"/>
              <a:gd name="connsiteX1" fmla="*/ 107092 w 426842"/>
              <a:gd name="connsiteY1" fmla="*/ 4533 h 474120"/>
              <a:gd name="connsiteX2" fmla="*/ 205946 w 426842"/>
              <a:gd name="connsiteY2" fmla="*/ 474090 h 474120"/>
              <a:gd name="connsiteX3" fmla="*/ 329513 w 426842"/>
              <a:gd name="connsiteY3" fmla="*/ 29246 h 474120"/>
              <a:gd name="connsiteX4" fmla="*/ 420130 w 426842"/>
              <a:gd name="connsiteY4" fmla="*/ 276382 h 474120"/>
              <a:gd name="connsiteX5" fmla="*/ 420130 w 426842"/>
              <a:gd name="connsiteY5" fmla="*/ 243430 h 474120"/>
              <a:gd name="connsiteX6" fmla="*/ 420130 w 426842"/>
              <a:gd name="connsiteY6" fmla="*/ 243430 h 4741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26842" h="474120">
                <a:moveTo>
                  <a:pt x="0" y="276382"/>
                </a:moveTo>
                <a:cubicBezTo>
                  <a:pt x="36384" y="123982"/>
                  <a:pt x="72768" y="-28418"/>
                  <a:pt x="107092" y="4533"/>
                </a:cubicBezTo>
                <a:cubicBezTo>
                  <a:pt x="141416" y="37484"/>
                  <a:pt x="168876" y="469971"/>
                  <a:pt x="205946" y="474090"/>
                </a:cubicBezTo>
                <a:cubicBezTo>
                  <a:pt x="243016" y="478209"/>
                  <a:pt x="293816" y="62197"/>
                  <a:pt x="329513" y="29246"/>
                </a:cubicBezTo>
                <a:cubicBezTo>
                  <a:pt x="365210" y="-3705"/>
                  <a:pt x="405027" y="240685"/>
                  <a:pt x="420130" y="276382"/>
                </a:cubicBezTo>
                <a:cubicBezTo>
                  <a:pt x="435233" y="312079"/>
                  <a:pt x="420130" y="243430"/>
                  <a:pt x="420130" y="243430"/>
                </a:cubicBezTo>
                <a:lnTo>
                  <a:pt x="420130" y="243430"/>
                </a:lnTo>
              </a:path>
            </a:pathLst>
          </a:custGeom>
          <a:noFill/>
          <a:ln>
            <a:solidFill>
              <a:srgbClr val="FFC000"/>
            </a:solidFill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  <a:prstDash val="sysDot"/>
              </a:ln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3" name="Freeform 202"/>
          <p:cNvSpPr/>
          <p:nvPr/>
        </p:nvSpPr>
        <p:spPr>
          <a:xfrm>
            <a:off x="3719883" y="1837364"/>
            <a:ext cx="131378" cy="166488"/>
          </a:xfrm>
          <a:custGeom>
            <a:avLst/>
            <a:gdLst>
              <a:gd name="connsiteX0" fmla="*/ 0 w 426842"/>
              <a:gd name="connsiteY0" fmla="*/ 276382 h 474120"/>
              <a:gd name="connsiteX1" fmla="*/ 107092 w 426842"/>
              <a:gd name="connsiteY1" fmla="*/ 4533 h 474120"/>
              <a:gd name="connsiteX2" fmla="*/ 205946 w 426842"/>
              <a:gd name="connsiteY2" fmla="*/ 474090 h 474120"/>
              <a:gd name="connsiteX3" fmla="*/ 329513 w 426842"/>
              <a:gd name="connsiteY3" fmla="*/ 29246 h 474120"/>
              <a:gd name="connsiteX4" fmla="*/ 420130 w 426842"/>
              <a:gd name="connsiteY4" fmla="*/ 276382 h 474120"/>
              <a:gd name="connsiteX5" fmla="*/ 420130 w 426842"/>
              <a:gd name="connsiteY5" fmla="*/ 243430 h 474120"/>
              <a:gd name="connsiteX6" fmla="*/ 420130 w 426842"/>
              <a:gd name="connsiteY6" fmla="*/ 243430 h 4741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26842" h="474120">
                <a:moveTo>
                  <a:pt x="0" y="276382"/>
                </a:moveTo>
                <a:cubicBezTo>
                  <a:pt x="36384" y="123982"/>
                  <a:pt x="72768" y="-28418"/>
                  <a:pt x="107092" y="4533"/>
                </a:cubicBezTo>
                <a:cubicBezTo>
                  <a:pt x="141416" y="37484"/>
                  <a:pt x="168876" y="469971"/>
                  <a:pt x="205946" y="474090"/>
                </a:cubicBezTo>
                <a:cubicBezTo>
                  <a:pt x="243016" y="478209"/>
                  <a:pt x="293816" y="62197"/>
                  <a:pt x="329513" y="29246"/>
                </a:cubicBezTo>
                <a:cubicBezTo>
                  <a:pt x="365210" y="-3705"/>
                  <a:pt x="405027" y="240685"/>
                  <a:pt x="420130" y="276382"/>
                </a:cubicBezTo>
                <a:cubicBezTo>
                  <a:pt x="435233" y="312079"/>
                  <a:pt x="420130" y="243430"/>
                  <a:pt x="420130" y="243430"/>
                </a:cubicBezTo>
                <a:lnTo>
                  <a:pt x="420130" y="243430"/>
                </a:lnTo>
              </a:path>
            </a:pathLst>
          </a:custGeom>
          <a:noFill/>
          <a:ln>
            <a:solidFill>
              <a:srgbClr val="FFC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2">
                    <a:lumMod val="75000"/>
                    <a:lumOff val="25000"/>
                  </a:schemeClr>
                </a:solidFill>
                <a:prstDash val="sysDash"/>
              </a:ln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4" name="Freeform 203"/>
          <p:cNvSpPr/>
          <p:nvPr/>
        </p:nvSpPr>
        <p:spPr>
          <a:xfrm>
            <a:off x="3040343" y="2766606"/>
            <a:ext cx="144328" cy="182899"/>
          </a:xfrm>
          <a:custGeom>
            <a:avLst/>
            <a:gdLst>
              <a:gd name="connsiteX0" fmla="*/ 0 w 426842"/>
              <a:gd name="connsiteY0" fmla="*/ 276382 h 474120"/>
              <a:gd name="connsiteX1" fmla="*/ 107092 w 426842"/>
              <a:gd name="connsiteY1" fmla="*/ 4533 h 474120"/>
              <a:gd name="connsiteX2" fmla="*/ 205946 w 426842"/>
              <a:gd name="connsiteY2" fmla="*/ 474090 h 474120"/>
              <a:gd name="connsiteX3" fmla="*/ 329513 w 426842"/>
              <a:gd name="connsiteY3" fmla="*/ 29246 h 474120"/>
              <a:gd name="connsiteX4" fmla="*/ 420130 w 426842"/>
              <a:gd name="connsiteY4" fmla="*/ 276382 h 474120"/>
              <a:gd name="connsiteX5" fmla="*/ 420130 w 426842"/>
              <a:gd name="connsiteY5" fmla="*/ 243430 h 474120"/>
              <a:gd name="connsiteX6" fmla="*/ 420130 w 426842"/>
              <a:gd name="connsiteY6" fmla="*/ 243430 h 4741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26842" h="474120">
                <a:moveTo>
                  <a:pt x="0" y="276382"/>
                </a:moveTo>
                <a:cubicBezTo>
                  <a:pt x="36384" y="123982"/>
                  <a:pt x="72768" y="-28418"/>
                  <a:pt x="107092" y="4533"/>
                </a:cubicBezTo>
                <a:cubicBezTo>
                  <a:pt x="141416" y="37484"/>
                  <a:pt x="168876" y="469971"/>
                  <a:pt x="205946" y="474090"/>
                </a:cubicBezTo>
                <a:cubicBezTo>
                  <a:pt x="243016" y="478209"/>
                  <a:pt x="293816" y="62197"/>
                  <a:pt x="329513" y="29246"/>
                </a:cubicBezTo>
                <a:cubicBezTo>
                  <a:pt x="365210" y="-3705"/>
                  <a:pt x="405027" y="240685"/>
                  <a:pt x="420130" y="276382"/>
                </a:cubicBezTo>
                <a:cubicBezTo>
                  <a:pt x="435233" y="312079"/>
                  <a:pt x="420130" y="243430"/>
                  <a:pt x="420130" y="243430"/>
                </a:cubicBezTo>
                <a:lnTo>
                  <a:pt x="420130" y="243430"/>
                </a:lnTo>
              </a:path>
            </a:pathLst>
          </a:custGeom>
          <a:noFill/>
          <a:ln>
            <a:solidFill>
              <a:srgbClr val="92D050"/>
            </a:solidFill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i="1">
              <a:ln>
                <a:solidFill>
                  <a:schemeClr val="tx1"/>
                </a:solidFill>
                <a:prstDash val="sysDot"/>
              </a:ln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5" name="Freeform 204"/>
          <p:cNvSpPr/>
          <p:nvPr/>
        </p:nvSpPr>
        <p:spPr>
          <a:xfrm>
            <a:off x="3038394" y="2547423"/>
            <a:ext cx="144328" cy="182899"/>
          </a:xfrm>
          <a:custGeom>
            <a:avLst/>
            <a:gdLst>
              <a:gd name="connsiteX0" fmla="*/ 0 w 426842"/>
              <a:gd name="connsiteY0" fmla="*/ 276382 h 474120"/>
              <a:gd name="connsiteX1" fmla="*/ 107092 w 426842"/>
              <a:gd name="connsiteY1" fmla="*/ 4533 h 474120"/>
              <a:gd name="connsiteX2" fmla="*/ 205946 w 426842"/>
              <a:gd name="connsiteY2" fmla="*/ 474090 h 474120"/>
              <a:gd name="connsiteX3" fmla="*/ 329513 w 426842"/>
              <a:gd name="connsiteY3" fmla="*/ 29246 h 474120"/>
              <a:gd name="connsiteX4" fmla="*/ 420130 w 426842"/>
              <a:gd name="connsiteY4" fmla="*/ 276382 h 474120"/>
              <a:gd name="connsiteX5" fmla="*/ 420130 w 426842"/>
              <a:gd name="connsiteY5" fmla="*/ 243430 h 474120"/>
              <a:gd name="connsiteX6" fmla="*/ 420130 w 426842"/>
              <a:gd name="connsiteY6" fmla="*/ 243430 h 4741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26842" h="474120">
                <a:moveTo>
                  <a:pt x="0" y="276382"/>
                </a:moveTo>
                <a:cubicBezTo>
                  <a:pt x="36384" y="123982"/>
                  <a:pt x="72768" y="-28418"/>
                  <a:pt x="107092" y="4533"/>
                </a:cubicBezTo>
                <a:cubicBezTo>
                  <a:pt x="141416" y="37484"/>
                  <a:pt x="168876" y="469971"/>
                  <a:pt x="205946" y="474090"/>
                </a:cubicBezTo>
                <a:cubicBezTo>
                  <a:pt x="243016" y="478209"/>
                  <a:pt x="293816" y="62197"/>
                  <a:pt x="329513" y="29246"/>
                </a:cubicBezTo>
                <a:cubicBezTo>
                  <a:pt x="365210" y="-3705"/>
                  <a:pt x="405027" y="240685"/>
                  <a:pt x="420130" y="276382"/>
                </a:cubicBezTo>
                <a:cubicBezTo>
                  <a:pt x="435233" y="312079"/>
                  <a:pt x="420130" y="243430"/>
                  <a:pt x="420130" y="243430"/>
                </a:cubicBezTo>
                <a:lnTo>
                  <a:pt x="420130" y="243430"/>
                </a:lnTo>
              </a:path>
            </a:pathLst>
          </a:custGeom>
          <a:noFill/>
          <a:ln>
            <a:solidFill>
              <a:srgbClr val="92D05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i="1">
              <a:ln>
                <a:solidFill>
                  <a:schemeClr val="bg2">
                    <a:lumMod val="75000"/>
                    <a:lumOff val="25000"/>
                  </a:schemeClr>
                </a:solidFill>
                <a:prstDash val="sysDash"/>
              </a:ln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6" name="Freeform 205"/>
          <p:cNvSpPr/>
          <p:nvPr/>
        </p:nvSpPr>
        <p:spPr>
          <a:xfrm>
            <a:off x="3701513" y="2756512"/>
            <a:ext cx="158780" cy="201214"/>
          </a:xfrm>
          <a:custGeom>
            <a:avLst/>
            <a:gdLst>
              <a:gd name="connsiteX0" fmla="*/ 0 w 426842"/>
              <a:gd name="connsiteY0" fmla="*/ 276382 h 474120"/>
              <a:gd name="connsiteX1" fmla="*/ 107092 w 426842"/>
              <a:gd name="connsiteY1" fmla="*/ 4533 h 474120"/>
              <a:gd name="connsiteX2" fmla="*/ 205946 w 426842"/>
              <a:gd name="connsiteY2" fmla="*/ 474090 h 474120"/>
              <a:gd name="connsiteX3" fmla="*/ 329513 w 426842"/>
              <a:gd name="connsiteY3" fmla="*/ 29246 h 474120"/>
              <a:gd name="connsiteX4" fmla="*/ 420130 w 426842"/>
              <a:gd name="connsiteY4" fmla="*/ 276382 h 474120"/>
              <a:gd name="connsiteX5" fmla="*/ 420130 w 426842"/>
              <a:gd name="connsiteY5" fmla="*/ 243430 h 474120"/>
              <a:gd name="connsiteX6" fmla="*/ 420130 w 426842"/>
              <a:gd name="connsiteY6" fmla="*/ 243430 h 4741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26842" h="474120">
                <a:moveTo>
                  <a:pt x="0" y="276382"/>
                </a:moveTo>
                <a:cubicBezTo>
                  <a:pt x="36384" y="123982"/>
                  <a:pt x="72768" y="-28418"/>
                  <a:pt x="107092" y="4533"/>
                </a:cubicBezTo>
                <a:cubicBezTo>
                  <a:pt x="141416" y="37484"/>
                  <a:pt x="168876" y="469971"/>
                  <a:pt x="205946" y="474090"/>
                </a:cubicBezTo>
                <a:cubicBezTo>
                  <a:pt x="243016" y="478209"/>
                  <a:pt x="293816" y="62197"/>
                  <a:pt x="329513" y="29246"/>
                </a:cubicBezTo>
                <a:cubicBezTo>
                  <a:pt x="365210" y="-3705"/>
                  <a:pt x="405027" y="240685"/>
                  <a:pt x="420130" y="276382"/>
                </a:cubicBezTo>
                <a:cubicBezTo>
                  <a:pt x="435233" y="312079"/>
                  <a:pt x="420130" y="243430"/>
                  <a:pt x="420130" y="243430"/>
                </a:cubicBezTo>
                <a:lnTo>
                  <a:pt x="420130" y="243430"/>
                </a:lnTo>
              </a:path>
            </a:pathLst>
          </a:custGeom>
          <a:noFill/>
          <a:ln>
            <a:solidFill>
              <a:srgbClr val="00B0F0"/>
            </a:solidFill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i="1">
              <a:ln>
                <a:solidFill>
                  <a:schemeClr val="tx1"/>
                </a:solidFill>
                <a:prstDash val="sysDot"/>
              </a:ln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7" name="Freeform 206"/>
          <p:cNvSpPr/>
          <p:nvPr/>
        </p:nvSpPr>
        <p:spPr>
          <a:xfrm>
            <a:off x="3719665" y="2521498"/>
            <a:ext cx="149259" cy="189148"/>
          </a:xfrm>
          <a:custGeom>
            <a:avLst/>
            <a:gdLst>
              <a:gd name="connsiteX0" fmla="*/ 0 w 426842"/>
              <a:gd name="connsiteY0" fmla="*/ 276382 h 474120"/>
              <a:gd name="connsiteX1" fmla="*/ 107092 w 426842"/>
              <a:gd name="connsiteY1" fmla="*/ 4533 h 474120"/>
              <a:gd name="connsiteX2" fmla="*/ 205946 w 426842"/>
              <a:gd name="connsiteY2" fmla="*/ 474090 h 474120"/>
              <a:gd name="connsiteX3" fmla="*/ 329513 w 426842"/>
              <a:gd name="connsiteY3" fmla="*/ 29246 h 474120"/>
              <a:gd name="connsiteX4" fmla="*/ 420130 w 426842"/>
              <a:gd name="connsiteY4" fmla="*/ 276382 h 474120"/>
              <a:gd name="connsiteX5" fmla="*/ 420130 w 426842"/>
              <a:gd name="connsiteY5" fmla="*/ 243430 h 474120"/>
              <a:gd name="connsiteX6" fmla="*/ 420130 w 426842"/>
              <a:gd name="connsiteY6" fmla="*/ 243430 h 4741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26842" h="474120">
                <a:moveTo>
                  <a:pt x="0" y="276382"/>
                </a:moveTo>
                <a:cubicBezTo>
                  <a:pt x="36384" y="123982"/>
                  <a:pt x="72768" y="-28418"/>
                  <a:pt x="107092" y="4533"/>
                </a:cubicBezTo>
                <a:cubicBezTo>
                  <a:pt x="141416" y="37484"/>
                  <a:pt x="168876" y="469971"/>
                  <a:pt x="205946" y="474090"/>
                </a:cubicBezTo>
                <a:cubicBezTo>
                  <a:pt x="243016" y="478209"/>
                  <a:pt x="293816" y="62197"/>
                  <a:pt x="329513" y="29246"/>
                </a:cubicBezTo>
                <a:cubicBezTo>
                  <a:pt x="365210" y="-3705"/>
                  <a:pt x="405027" y="240685"/>
                  <a:pt x="420130" y="276382"/>
                </a:cubicBezTo>
                <a:cubicBezTo>
                  <a:pt x="435233" y="312079"/>
                  <a:pt x="420130" y="243430"/>
                  <a:pt x="420130" y="243430"/>
                </a:cubicBezTo>
                <a:lnTo>
                  <a:pt x="420130" y="243430"/>
                </a:lnTo>
              </a:path>
            </a:pathLst>
          </a:custGeom>
          <a:noFill/>
          <a:ln>
            <a:solidFill>
              <a:srgbClr val="00B0F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i="1">
              <a:ln>
                <a:solidFill>
                  <a:schemeClr val="bg2">
                    <a:lumMod val="75000"/>
                    <a:lumOff val="25000"/>
                  </a:schemeClr>
                </a:solidFill>
                <a:prstDash val="sysDash"/>
              </a:ln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8" name="Freeform 207"/>
          <p:cNvSpPr/>
          <p:nvPr/>
        </p:nvSpPr>
        <p:spPr>
          <a:xfrm>
            <a:off x="4320564" y="2032614"/>
            <a:ext cx="148381" cy="188036"/>
          </a:xfrm>
          <a:custGeom>
            <a:avLst/>
            <a:gdLst>
              <a:gd name="connsiteX0" fmla="*/ 0 w 426842"/>
              <a:gd name="connsiteY0" fmla="*/ 276382 h 474120"/>
              <a:gd name="connsiteX1" fmla="*/ 107092 w 426842"/>
              <a:gd name="connsiteY1" fmla="*/ 4533 h 474120"/>
              <a:gd name="connsiteX2" fmla="*/ 205946 w 426842"/>
              <a:gd name="connsiteY2" fmla="*/ 474090 h 474120"/>
              <a:gd name="connsiteX3" fmla="*/ 329513 w 426842"/>
              <a:gd name="connsiteY3" fmla="*/ 29246 h 474120"/>
              <a:gd name="connsiteX4" fmla="*/ 420130 w 426842"/>
              <a:gd name="connsiteY4" fmla="*/ 276382 h 474120"/>
              <a:gd name="connsiteX5" fmla="*/ 420130 w 426842"/>
              <a:gd name="connsiteY5" fmla="*/ 243430 h 474120"/>
              <a:gd name="connsiteX6" fmla="*/ 420130 w 426842"/>
              <a:gd name="connsiteY6" fmla="*/ 243430 h 4741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26842" h="474120">
                <a:moveTo>
                  <a:pt x="0" y="276382"/>
                </a:moveTo>
                <a:cubicBezTo>
                  <a:pt x="36384" y="123982"/>
                  <a:pt x="72768" y="-28418"/>
                  <a:pt x="107092" y="4533"/>
                </a:cubicBezTo>
                <a:cubicBezTo>
                  <a:pt x="141416" y="37484"/>
                  <a:pt x="168876" y="469971"/>
                  <a:pt x="205946" y="474090"/>
                </a:cubicBezTo>
                <a:cubicBezTo>
                  <a:pt x="243016" y="478209"/>
                  <a:pt x="293816" y="62197"/>
                  <a:pt x="329513" y="29246"/>
                </a:cubicBezTo>
                <a:cubicBezTo>
                  <a:pt x="365210" y="-3705"/>
                  <a:pt x="405027" y="240685"/>
                  <a:pt x="420130" y="276382"/>
                </a:cubicBezTo>
                <a:cubicBezTo>
                  <a:pt x="435233" y="312079"/>
                  <a:pt x="420130" y="243430"/>
                  <a:pt x="420130" y="243430"/>
                </a:cubicBezTo>
                <a:lnTo>
                  <a:pt x="420130" y="243430"/>
                </a:lnTo>
              </a:path>
            </a:pathLst>
          </a:custGeom>
          <a:noFill/>
          <a:ln>
            <a:solidFill>
              <a:srgbClr val="002060"/>
            </a:solidFill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  <a:prstDash val="sysDot"/>
              </a:ln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9" name="Freeform 208"/>
          <p:cNvSpPr/>
          <p:nvPr/>
        </p:nvSpPr>
        <p:spPr>
          <a:xfrm>
            <a:off x="4319932" y="1823129"/>
            <a:ext cx="148955" cy="188763"/>
          </a:xfrm>
          <a:custGeom>
            <a:avLst/>
            <a:gdLst>
              <a:gd name="connsiteX0" fmla="*/ 0 w 426842"/>
              <a:gd name="connsiteY0" fmla="*/ 276382 h 474120"/>
              <a:gd name="connsiteX1" fmla="*/ 107092 w 426842"/>
              <a:gd name="connsiteY1" fmla="*/ 4533 h 474120"/>
              <a:gd name="connsiteX2" fmla="*/ 205946 w 426842"/>
              <a:gd name="connsiteY2" fmla="*/ 474090 h 474120"/>
              <a:gd name="connsiteX3" fmla="*/ 329513 w 426842"/>
              <a:gd name="connsiteY3" fmla="*/ 29246 h 474120"/>
              <a:gd name="connsiteX4" fmla="*/ 420130 w 426842"/>
              <a:gd name="connsiteY4" fmla="*/ 276382 h 474120"/>
              <a:gd name="connsiteX5" fmla="*/ 420130 w 426842"/>
              <a:gd name="connsiteY5" fmla="*/ 243430 h 474120"/>
              <a:gd name="connsiteX6" fmla="*/ 420130 w 426842"/>
              <a:gd name="connsiteY6" fmla="*/ 243430 h 4741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26842" h="474120">
                <a:moveTo>
                  <a:pt x="0" y="276382"/>
                </a:moveTo>
                <a:cubicBezTo>
                  <a:pt x="36384" y="123982"/>
                  <a:pt x="72768" y="-28418"/>
                  <a:pt x="107092" y="4533"/>
                </a:cubicBezTo>
                <a:cubicBezTo>
                  <a:pt x="141416" y="37484"/>
                  <a:pt x="168876" y="469971"/>
                  <a:pt x="205946" y="474090"/>
                </a:cubicBezTo>
                <a:cubicBezTo>
                  <a:pt x="243016" y="478209"/>
                  <a:pt x="293816" y="62197"/>
                  <a:pt x="329513" y="29246"/>
                </a:cubicBezTo>
                <a:cubicBezTo>
                  <a:pt x="365210" y="-3705"/>
                  <a:pt x="405027" y="240685"/>
                  <a:pt x="420130" y="276382"/>
                </a:cubicBezTo>
                <a:cubicBezTo>
                  <a:pt x="435233" y="312079"/>
                  <a:pt x="420130" y="243430"/>
                  <a:pt x="420130" y="243430"/>
                </a:cubicBezTo>
                <a:lnTo>
                  <a:pt x="420130" y="243430"/>
                </a:lnTo>
              </a:path>
            </a:pathLst>
          </a:custGeom>
          <a:noFill/>
          <a:ln>
            <a:solidFill>
              <a:srgbClr val="00206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2">
                    <a:lumMod val="75000"/>
                    <a:lumOff val="25000"/>
                  </a:schemeClr>
                </a:solidFill>
                <a:prstDash val="sysDash"/>
              </a:ln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0" name="Freeform 209"/>
          <p:cNvSpPr/>
          <p:nvPr/>
        </p:nvSpPr>
        <p:spPr>
          <a:xfrm>
            <a:off x="4317325" y="2739694"/>
            <a:ext cx="176647" cy="223855"/>
          </a:xfrm>
          <a:custGeom>
            <a:avLst/>
            <a:gdLst>
              <a:gd name="connsiteX0" fmla="*/ 0 w 426842"/>
              <a:gd name="connsiteY0" fmla="*/ 276382 h 474120"/>
              <a:gd name="connsiteX1" fmla="*/ 107092 w 426842"/>
              <a:gd name="connsiteY1" fmla="*/ 4533 h 474120"/>
              <a:gd name="connsiteX2" fmla="*/ 205946 w 426842"/>
              <a:gd name="connsiteY2" fmla="*/ 474090 h 474120"/>
              <a:gd name="connsiteX3" fmla="*/ 329513 w 426842"/>
              <a:gd name="connsiteY3" fmla="*/ 29246 h 474120"/>
              <a:gd name="connsiteX4" fmla="*/ 420130 w 426842"/>
              <a:gd name="connsiteY4" fmla="*/ 276382 h 474120"/>
              <a:gd name="connsiteX5" fmla="*/ 420130 w 426842"/>
              <a:gd name="connsiteY5" fmla="*/ 243430 h 474120"/>
              <a:gd name="connsiteX6" fmla="*/ 420130 w 426842"/>
              <a:gd name="connsiteY6" fmla="*/ 243430 h 4741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26842" h="474120">
                <a:moveTo>
                  <a:pt x="0" y="276382"/>
                </a:moveTo>
                <a:cubicBezTo>
                  <a:pt x="36384" y="123982"/>
                  <a:pt x="72768" y="-28418"/>
                  <a:pt x="107092" y="4533"/>
                </a:cubicBezTo>
                <a:cubicBezTo>
                  <a:pt x="141416" y="37484"/>
                  <a:pt x="168876" y="469971"/>
                  <a:pt x="205946" y="474090"/>
                </a:cubicBezTo>
                <a:cubicBezTo>
                  <a:pt x="243016" y="478209"/>
                  <a:pt x="293816" y="62197"/>
                  <a:pt x="329513" y="29246"/>
                </a:cubicBezTo>
                <a:cubicBezTo>
                  <a:pt x="365210" y="-3705"/>
                  <a:pt x="405027" y="240685"/>
                  <a:pt x="420130" y="276382"/>
                </a:cubicBezTo>
                <a:cubicBezTo>
                  <a:pt x="435233" y="312079"/>
                  <a:pt x="420130" y="243430"/>
                  <a:pt x="420130" y="243430"/>
                </a:cubicBezTo>
                <a:lnTo>
                  <a:pt x="420130" y="243430"/>
                </a:lnTo>
              </a:path>
            </a:pathLst>
          </a:custGeom>
          <a:noFill/>
          <a:ln>
            <a:solidFill>
              <a:srgbClr val="00B050"/>
            </a:solidFill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i="1">
              <a:ln>
                <a:solidFill>
                  <a:schemeClr val="tx1"/>
                </a:solidFill>
                <a:prstDash val="sysDot"/>
              </a:ln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1" name="Freeform 210"/>
          <p:cNvSpPr/>
          <p:nvPr/>
        </p:nvSpPr>
        <p:spPr>
          <a:xfrm>
            <a:off x="4340143" y="2534437"/>
            <a:ext cx="139048" cy="176209"/>
          </a:xfrm>
          <a:custGeom>
            <a:avLst/>
            <a:gdLst>
              <a:gd name="connsiteX0" fmla="*/ 0 w 426842"/>
              <a:gd name="connsiteY0" fmla="*/ 276382 h 474120"/>
              <a:gd name="connsiteX1" fmla="*/ 107092 w 426842"/>
              <a:gd name="connsiteY1" fmla="*/ 4533 h 474120"/>
              <a:gd name="connsiteX2" fmla="*/ 205946 w 426842"/>
              <a:gd name="connsiteY2" fmla="*/ 474090 h 474120"/>
              <a:gd name="connsiteX3" fmla="*/ 329513 w 426842"/>
              <a:gd name="connsiteY3" fmla="*/ 29246 h 474120"/>
              <a:gd name="connsiteX4" fmla="*/ 420130 w 426842"/>
              <a:gd name="connsiteY4" fmla="*/ 276382 h 474120"/>
              <a:gd name="connsiteX5" fmla="*/ 420130 w 426842"/>
              <a:gd name="connsiteY5" fmla="*/ 243430 h 474120"/>
              <a:gd name="connsiteX6" fmla="*/ 420130 w 426842"/>
              <a:gd name="connsiteY6" fmla="*/ 243430 h 4741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26842" h="474120">
                <a:moveTo>
                  <a:pt x="0" y="276382"/>
                </a:moveTo>
                <a:cubicBezTo>
                  <a:pt x="36384" y="123982"/>
                  <a:pt x="72768" y="-28418"/>
                  <a:pt x="107092" y="4533"/>
                </a:cubicBezTo>
                <a:cubicBezTo>
                  <a:pt x="141416" y="37484"/>
                  <a:pt x="168876" y="469971"/>
                  <a:pt x="205946" y="474090"/>
                </a:cubicBezTo>
                <a:cubicBezTo>
                  <a:pt x="243016" y="478209"/>
                  <a:pt x="293816" y="62197"/>
                  <a:pt x="329513" y="29246"/>
                </a:cubicBezTo>
                <a:cubicBezTo>
                  <a:pt x="365210" y="-3705"/>
                  <a:pt x="405027" y="240685"/>
                  <a:pt x="420130" y="276382"/>
                </a:cubicBezTo>
                <a:cubicBezTo>
                  <a:pt x="435233" y="312079"/>
                  <a:pt x="420130" y="243430"/>
                  <a:pt x="420130" y="243430"/>
                </a:cubicBezTo>
                <a:lnTo>
                  <a:pt x="420130" y="243430"/>
                </a:lnTo>
              </a:path>
            </a:pathLst>
          </a:custGeom>
          <a:noFill/>
          <a:ln>
            <a:solidFill>
              <a:srgbClr val="00B05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i="1">
              <a:ln>
                <a:solidFill>
                  <a:schemeClr val="bg2">
                    <a:lumMod val="75000"/>
                    <a:lumOff val="25000"/>
                  </a:schemeClr>
                </a:solidFill>
                <a:prstDash val="sysDash"/>
              </a:ln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2" name="Rectangle 211"/>
          <p:cNvSpPr/>
          <p:nvPr/>
        </p:nvSpPr>
        <p:spPr>
          <a:xfrm>
            <a:off x="871411" y="1786917"/>
            <a:ext cx="297354" cy="45853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3" name="Freeform 212"/>
          <p:cNvSpPr/>
          <p:nvPr/>
        </p:nvSpPr>
        <p:spPr>
          <a:xfrm>
            <a:off x="940419" y="1829036"/>
            <a:ext cx="143951" cy="203577"/>
          </a:xfrm>
          <a:custGeom>
            <a:avLst/>
            <a:gdLst>
              <a:gd name="connsiteX0" fmla="*/ 0 w 370702"/>
              <a:gd name="connsiteY0" fmla="*/ 362516 h 680360"/>
              <a:gd name="connsiteX1" fmla="*/ 156518 w 370702"/>
              <a:gd name="connsiteY1" fmla="*/ 8289 h 680360"/>
              <a:gd name="connsiteX2" fmla="*/ 230659 w 370702"/>
              <a:gd name="connsiteY2" fmla="*/ 675554 h 680360"/>
              <a:gd name="connsiteX3" fmla="*/ 370702 w 370702"/>
              <a:gd name="connsiteY3" fmla="*/ 255424 h 680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0702" h="680360">
                <a:moveTo>
                  <a:pt x="0" y="362516"/>
                </a:moveTo>
                <a:cubicBezTo>
                  <a:pt x="59037" y="159316"/>
                  <a:pt x="118075" y="-43884"/>
                  <a:pt x="156518" y="8289"/>
                </a:cubicBezTo>
                <a:cubicBezTo>
                  <a:pt x="194961" y="60462"/>
                  <a:pt x="194962" y="634365"/>
                  <a:pt x="230659" y="675554"/>
                </a:cubicBezTo>
                <a:cubicBezTo>
                  <a:pt x="266356" y="716743"/>
                  <a:pt x="318529" y="486083"/>
                  <a:pt x="370702" y="255424"/>
                </a:cubicBezTo>
              </a:path>
            </a:pathLst>
          </a:custGeom>
          <a:noFill/>
          <a:ln>
            <a:solidFill>
              <a:srgbClr val="C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4" name="Freeform 213"/>
          <p:cNvSpPr/>
          <p:nvPr/>
        </p:nvSpPr>
        <p:spPr>
          <a:xfrm>
            <a:off x="947994" y="2070014"/>
            <a:ext cx="147330" cy="138038"/>
          </a:xfrm>
          <a:custGeom>
            <a:avLst/>
            <a:gdLst>
              <a:gd name="connsiteX0" fmla="*/ 0 w 370702"/>
              <a:gd name="connsiteY0" fmla="*/ 362516 h 680360"/>
              <a:gd name="connsiteX1" fmla="*/ 156518 w 370702"/>
              <a:gd name="connsiteY1" fmla="*/ 8289 h 680360"/>
              <a:gd name="connsiteX2" fmla="*/ 230659 w 370702"/>
              <a:gd name="connsiteY2" fmla="*/ 675554 h 680360"/>
              <a:gd name="connsiteX3" fmla="*/ 370702 w 370702"/>
              <a:gd name="connsiteY3" fmla="*/ 255424 h 680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0702" h="680360">
                <a:moveTo>
                  <a:pt x="0" y="362516"/>
                </a:moveTo>
                <a:cubicBezTo>
                  <a:pt x="59037" y="159316"/>
                  <a:pt x="118075" y="-43884"/>
                  <a:pt x="156518" y="8289"/>
                </a:cubicBezTo>
                <a:cubicBezTo>
                  <a:pt x="194961" y="60462"/>
                  <a:pt x="194962" y="634365"/>
                  <a:pt x="230659" y="675554"/>
                </a:cubicBezTo>
                <a:cubicBezTo>
                  <a:pt x="266356" y="716743"/>
                  <a:pt x="318529" y="486083"/>
                  <a:pt x="370702" y="255424"/>
                </a:cubicBezTo>
              </a:path>
            </a:pathLst>
          </a:custGeom>
          <a:noFill/>
          <a:ln>
            <a:solidFill>
              <a:srgbClr val="C00000"/>
            </a:solidFill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5" name="Rectangle 214"/>
          <p:cNvSpPr/>
          <p:nvPr/>
        </p:nvSpPr>
        <p:spPr>
          <a:xfrm>
            <a:off x="1851539" y="1792908"/>
            <a:ext cx="297354" cy="45853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6" name="Freeform 215"/>
          <p:cNvSpPr/>
          <p:nvPr/>
        </p:nvSpPr>
        <p:spPr>
          <a:xfrm>
            <a:off x="1920548" y="1835027"/>
            <a:ext cx="143951" cy="203577"/>
          </a:xfrm>
          <a:custGeom>
            <a:avLst/>
            <a:gdLst>
              <a:gd name="connsiteX0" fmla="*/ 0 w 370702"/>
              <a:gd name="connsiteY0" fmla="*/ 362516 h 680360"/>
              <a:gd name="connsiteX1" fmla="*/ 156518 w 370702"/>
              <a:gd name="connsiteY1" fmla="*/ 8289 h 680360"/>
              <a:gd name="connsiteX2" fmla="*/ 230659 w 370702"/>
              <a:gd name="connsiteY2" fmla="*/ 675554 h 680360"/>
              <a:gd name="connsiteX3" fmla="*/ 370702 w 370702"/>
              <a:gd name="connsiteY3" fmla="*/ 255424 h 680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0702" h="680360">
                <a:moveTo>
                  <a:pt x="0" y="362516"/>
                </a:moveTo>
                <a:cubicBezTo>
                  <a:pt x="59037" y="159316"/>
                  <a:pt x="118075" y="-43884"/>
                  <a:pt x="156518" y="8289"/>
                </a:cubicBezTo>
                <a:cubicBezTo>
                  <a:pt x="194961" y="60462"/>
                  <a:pt x="194962" y="634365"/>
                  <a:pt x="230659" y="675554"/>
                </a:cubicBezTo>
                <a:cubicBezTo>
                  <a:pt x="266356" y="716743"/>
                  <a:pt x="318529" y="486083"/>
                  <a:pt x="370702" y="255424"/>
                </a:cubicBezTo>
              </a:path>
            </a:pathLst>
          </a:custGeom>
          <a:noFill/>
          <a:ln>
            <a:solidFill>
              <a:srgbClr val="00206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7" name="Freeform 216"/>
          <p:cNvSpPr/>
          <p:nvPr/>
        </p:nvSpPr>
        <p:spPr>
          <a:xfrm>
            <a:off x="1928123" y="2076004"/>
            <a:ext cx="147330" cy="138038"/>
          </a:xfrm>
          <a:custGeom>
            <a:avLst/>
            <a:gdLst>
              <a:gd name="connsiteX0" fmla="*/ 0 w 370702"/>
              <a:gd name="connsiteY0" fmla="*/ 362516 h 680360"/>
              <a:gd name="connsiteX1" fmla="*/ 156518 w 370702"/>
              <a:gd name="connsiteY1" fmla="*/ 8289 h 680360"/>
              <a:gd name="connsiteX2" fmla="*/ 230659 w 370702"/>
              <a:gd name="connsiteY2" fmla="*/ 675554 h 680360"/>
              <a:gd name="connsiteX3" fmla="*/ 370702 w 370702"/>
              <a:gd name="connsiteY3" fmla="*/ 255424 h 680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0702" h="680360">
                <a:moveTo>
                  <a:pt x="0" y="362516"/>
                </a:moveTo>
                <a:cubicBezTo>
                  <a:pt x="59037" y="159316"/>
                  <a:pt x="118075" y="-43884"/>
                  <a:pt x="156518" y="8289"/>
                </a:cubicBezTo>
                <a:cubicBezTo>
                  <a:pt x="194961" y="60462"/>
                  <a:pt x="194962" y="634365"/>
                  <a:pt x="230659" y="675554"/>
                </a:cubicBezTo>
                <a:cubicBezTo>
                  <a:pt x="266356" y="716743"/>
                  <a:pt x="318529" y="486083"/>
                  <a:pt x="370702" y="255424"/>
                </a:cubicBezTo>
              </a:path>
            </a:pathLst>
          </a:custGeom>
          <a:noFill/>
          <a:ln>
            <a:solidFill>
              <a:srgbClr val="002060"/>
            </a:solidFill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8" name="Rectangle 217"/>
          <p:cNvSpPr/>
          <p:nvPr/>
        </p:nvSpPr>
        <p:spPr>
          <a:xfrm>
            <a:off x="1373329" y="1803346"/>
            <a:ext cx="297354" cy="45853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9" name="Freeform 218"/>
          <p:cNvSpPr/>
          <p:nvPr/>
        </p:nvSpPr>
        <p:spPr>
          <a:xfrm>
            <a:off x="1442337" y="1845465"/>
            <a:ext cx="143951" cy="203577"/>
          </a:xfrm>
          <a:custGeom>
            <a:avLst/>
            <a:gdLst>
              <a:gd name="connsiteX0" fmla="*/ 0 w 370702"/>
              <a:gd name="connsiteY0" fmla="*/ 362516 h 680360"/>
              <a:gd name="connsiteX1" fmla="*/ 156518 w 370702"/>
              <a:gd name="connsiteY1" fmla="*/ 8289 h 680360"/>
              <a:gd name="connsiteX2" fmla="*/ 230659 w 370702"/>
              <a:gd name="connsiteY2" fmla="*/ 675554 h 680360"/>
              <a:gd name="connsiteX3" fmla="*/ 370702 w 370702"/>
              <a:gd name="connsiteY3" fmla="*/ 255424 h 680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0702" h="680360">
                <a:moveTo>
                  <a:pt x="0" y="362516"/>
                </a:moveTo>
                <a:cubicBezTo>
                  <a:pt x="59037" y="159316"/>
                  <a:pt x="118075" y="-43884"/>
                  <a:pt x="156518" y="8289"/>
                </a:cubicBezTo>
                <a:cubicBezTo>
                  <a:pt x="194961" y="60462"/>
                  <a:pt x="194962" y="634365"/>
                  <a:pt x="230659" y="675554"/>
                </a:cubicBezTo>
                <a:cubicBezTo>
                  <a:pt x="266356" y="716743"/>
                  <a:pt x="318529" y="486083"/>
                  <a:pt x="370702" y="255424"/>
                </a:cubicBezTo>
              </a:path>
            </a:pathLst>
          </a:custGeom>
          <a:noFill/>
          <a:ln>
            <a:solidFill>
              <a:srgbClr val="FFC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0" name="Freeform 219"/>
          <p:cNvSpPr/>
          <p:nvPr/>
        </p:nvSpPr>
        <p:spPr>
          <a:xfrm>
            <a:off x="1449912" y="2086442"/>
            <a:ext cx="147330" cy="138038"/>
          </a:xfrm>
          <a:custGeom>
            <a:avLst/>
            <a:gdLst>
              <a:gd name="connsiteX0" fmla="*/ 0 w 370702"/>
              <a:gd name="connsiteY0" fmla="*/ 362516 h 680360"/>
              <a:gd name="connsiteX1" fmla="*/ 156518 w 370702"/>
              <a:gd name="connsiteY1" fmla="*/ 8289 h 680360"/>
              <a:gd name="connsiteX2" fmla="*/ 230659 w 370702"/>
              <a:gd name="connsiteY2" fmla="*/ 675554 h 680360"/>
              <a:gd name="connsiteX3" fmla="*/ 370702 w 370702"/>
              <a:gd name="connsiteY3" fmla="*/ 255424 h 680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0702" h="680360">
                <a:moveTo>
                  <a:pt x="0" y="362516"/>
                </a:moveTo>
                <a:cubicBezTo>
                  <a:pt x="59037" y="159316"/>
                  <a:pt x="118075" y="-43884"/>
                  <a:pt x="156518" y="8289"/>
                </a:cubicBezTo>
                <a:cubicBezTo>
                  <a:pt x="194961" y="60462"/>
                  <a:pt x="194962" y="634365"/>
                  <a:pt x="230659" y="675554"/>
                </a:cubicBezTo>
                <a:cubicBezTo>
                  <a:pt x="266356" y="716743"/>
                  <a:pt x="318529" y="486083"/>
                  <a:pt x="370702" y="255424"/>
                </a:cubicBezTo>
              </a:path>
            </a:pathLst>
          </a:custGeom>
          <a:noFill/>
          <a:ln>
            <a:solidFill>
              <a:srgbClr val="FFC000"/>
            </a:solidFill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1" name="Rectangle 220"/>
          <p:cNvSpPr/>
          <p:nvPr/>
        </p:nvSpPr>
        <p:spPr>
          <a:xfrm>
            <a:off x="2326957" y="1814454"/>
            <a:ext cx="297354" cy="45853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2" name="Freeform 221"/>
          <p:cNvSpPr/>
          <p:nvPr/>
        </p:nvSpPr>
        <p:spPr>
          <a:xfrm>
            <a:off x="2395966" y="1856573"/>
            <a:ext cx="143951" cy="203577"/>
          </a:xfrm>
          <a:custGeom>
            <a:avLst/>
            <a:gdLst>
              <a:gd name="connsiteX0" fmla="*/ 0 w 370702"/>
              <a:gd name="connsiteY0" fmla="*/ 362516 h 680360"/>
              <a:gd name="connsiteX1" fmla="*/ 156518 w 370702"/>
              <a:gd name="connsiteY1" fmla="*/ 8289 h 680360"/>
              <a:gd name="connsiteX2" fmla="*/ 230659 w 370702"/>
              <a:gd name="connsiteY2" fmla="*/ 675554 h 680360"/>
              <a:gd name="connsiteX3" fmla="*/ 370702 w 370702"/>
              <a:gd name="connsiteY3" fmla="*/ 255424 h 680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0702" h="680360">
                <a:moveTo>
                  <a:pt x="0" y="362516"/>
                </a:moveTo>
                <a:cubicBezTo>
                  <a:pt x="59037" y="159316"/>
                  <a:pt x="118075" y="-43884"/>
                  <a:pt x="156518" y="8289"/>
                </a:cubicBezTo>
                <a:cubicBezTo>
                  <a:pt x="194961" y="60462"/>
                  <a:pt x="194962" y="634365"/>
                  <a:pt x="230659" y="675554"/>
                </a:cubicBezTo>
                <a:cubicBezTo>
                  <a:pt x="266356" y="716743"/>
                  <a:pt x="318529" y="486083"/>
                  <a:pt x="370702" y="255424"/>
                </a:cubicBezTo>
              </a:path>
            </a:pathLst>
          </a:custGeom>
          <a:noFill/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3" name="Freeform 222"/>
          <p:cNvSpPr/>
          <p:nvPr/>
        </p:nvSpPr>
        <p:spPr>
          <a:xfrm>
            <a:off x="2403540" y="2097550"/>
            <a:ext cx="147330" cy="138038"/>
          </a:xfrm>
          <a:custGeom>
            <a:avLst/>
            <a:gdLst>
              <a:gd name="connsiteX0" fmla="*/ 0 w 370702"/>
              <a:gd name="connsiteY0" fmla="*/ 362516 h 680360"/>
              <a:gd name="connsiteX1" fmla="*/ 156518 w 370702"/>
              <a:gd name="connsiteY1" fmla="*/ 8289 h 680360"/>
              <a:gd name="connsiteX2" fmla="*/ 230659 w 370702"/>
              <a:gd name="connsiteY2" fmla="*/ 675554 h 680360"/>
              <a:gd name="connsiteX3" fmla="*/ 370702 w 370702"/>
              <a:gd name="connsiteY3" fmla="*/ 255424 h 680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0702" h="680360">
                <a:moveTo>
                  <a:pt x="0" y="362516"/>
                </a:moveTo>
                <a:cubicBezTo>
                  <a:pt x="59037" y="159316"/>
                  <a:pt x="118075" y="-43884"/>
                  <a:pt x="156518" y="8289"/>
                </a:cubicBezTo>
                <a:cubicBezTo>
                  <a:pt x="194961" y="60462"/>
                  <a:pt x="194962" y="634365"/>
                  <a:pt x="230659" y="675554"/>
                </a:cubicBezTo>
                <a:cubicBezTo>
                  <a:pt x="266356" y="716743"/>
                  <a:pt x="318529" y="486083"/>
                  <a:pt x="370702" y="255424"/>
                </a:cubicBezTo>
              </a:path>
            </a:pathLst>
          </a:custGeom>
          <a:noFill/>
          <a:ln>
            <a:solidFill>
              <a:schemeClr val="accent1">
                <a:lumMod val="50000"/>
              </a:schemeClr>
            </a:solidFill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4" name="Rectangle 223"/>
          <p:cNvSpPr/>
          <p:nvPr/>
        </p:nvSpPr>
        <p:spPr>
          <a:xfrm>
            <a:off x="878131" y="2499862"/>
            <a:ext cx="297354" cy="45853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5" name="Freeform 224"/>
          <p:cNvSpPr/>
          <p:nvPr/>
        </p:nvSpPr>
        <p:spPr>
          <a:xfrm>
            <a:off x="947140" y="2541982"/>
            <a:ext cx="143951" cy="203577"/>
          </a:xfrm>
          <a:custGeom>
            <a:avLst/>
            <a:gdLst>
              <a:gd name="connsiteX0" fmla="*/ 0 w 370702"/>
              <a:gd name="connsiteY0" fmla="*/ 362516 h 680360"/>
              <a:gd name="connsiteX1" fmla="*/ 156518 w 370702"/>
              <a:gd name="connsiteY1" fmla="*/ 8289 h 680360"/>
              <a:gd name="connsiteX2" fmla="*/ 230659 w 370702"/>
              <a:gd name="connsiteY2" fmla="*/ 675554 h 680360"/>
              <a:gd name="connsiteX3" fmla="*/ 370702 w 370702"/>
              <a:gd name="connsiteY3" fmla="*/ 255424 h 680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0702" h="680360">
                <a:moveTo>
                  <a:pt x="0" y="362516"/>
                </a:moveTo>
                <a:cubicBezTo>
                  <a:pt x="59037" y="159316"/>
                  <a:pt x="118075" y="-43884"/>
                  <a:pt x="156518" y="8289"/>
                </a:cubicBezTo>
                <a:cubicBezTo>
                  <a:pt x="194961" y="60462"/>
                  <a:pt x="194962" y="634365"/>
                  <a:pt x="230659" y="675554"/>
                </a:cubicBezTo>
                <a:cubicBezTo>
                  <a:pt x="266356" y="716743"/>
                  <a:pt x="318529" y="486083"/>
                  <a:pt x="370702" y="255424"/>
                </a:cubicBezTo>
              </a:path>
            </a:pathLst>
          </a:custGeom>
          <a:noFill/>
          <a:ln>
            <a:solidFill>
              <a:srgbClr val="92D05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6" name="Freeform 225"/>
          <p:cNvSpPr/>
          <p:nvPr/>
        </p:nvSpPr>
        <p:spPr>
          <a:xfrm>
            <a:off x="954715" y="2782959"/>
            <a:ext cx="147330" cy="138038"/>
          </a:xfrm>
          <a:custGeom>
            <a:avLst/>
            <a:gdLst>
              <a:gd name="connsiteX0" fmla="*/ 0 w 370702"/>
              <a:gd name="connsiteY0" fmla="*/ 362516 h 680360"/>
              <a:gd name="connsiteX1" fmla="*/ 156518 w 370702"/>
              <a:gd name="connsiteY1" fmla="*/ 8289 h 680360"/>
              <a:gd name="connsiteX2" fmla="*/ 230659 w 370702"/>
              <a:gd name="connsiteY2" fmla="*/ 675554 h 680360"/>
              <a:gd name="connsiteX3" fmla="*/ 370702 w 370702"/>
              <a:gd name="connsiteY3" fmla="*/ 255424 h 680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0702" h="680360">
                <a:moveTo>
                  <a:pt x="0" y="362516"/>
                </a:moveTo>
                <a:cubicBezTo>
                  <a:pt x="59037" y="159316"/>
                  <a:pt x="118075" y="-43884"/>
                  <a:pt x="156518" y="8289"/>
                </a:cubicBezTo>
                <a:cubicBezTo>
                  <a:pt x="194961" y="60462"/>
                  <a:pt x="194962" y="634365"/>
                  <a:pt x="230659" y="675554"/>
                </a:cubicBezTo>
                <a:cubicBezTo>
                  <a:pt x="266356" y="716743"/>
                  <a:pt x="318529" y="486083"/>
                  <a:pt x="370702" y="255424"/>
                </a:cubicBezTo>
              </a:path>
            </a:pathLst>
          </a:custGeom>
          <a:noFill/>
          <a:ln>
            <a:solidFill>
              <a:srgbClr val="92D050"/>
            </a:solidFill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7" name="Rectangle 226"/>
          <p:cNvSpPr/>
          <p:nvPr/>
        </p:nvSpPr>
        <p:spPr>
          <a:xfrm>
            <a:off x="1858260" y="2505853"/>
            <a:ext cx="297354" cy="45853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8" name="Freeform 227"/>
          <p:cNvSpPr/>
          <p:nvPr/>
        </p:nvSpPr>
        <p:spPr>
          <a:xfrm>
            <a:off x="1927268" y="2547972"/>
            <a:ext cx="143951" cy="203577"/>
          </a:xfrm>
          <a:custGeom>
            <a:avLst/>
            <a:gdLst>
              <a:gd name="connsiteX0" fmla="*/ 0 w 370702"/>
              <a:gd name="connsiteY0" fmla="*/ 362516 h 680360"/>
              <a:gd name="connsiteX1" fmla="*/ 156518 w 370702"/>
              <a:gd name="connsiteY1" fmla="*/ 8289 h 680360"/>
              <a:gd name="connsiteX2" fmla="*/ 230659 w 370702"/>
              <a:gd name="connsiteY2" fmla="*/ 675554 h 680360"/>
              <a:gd name="connsiteX3" fmla="*/ 370702 w 370702"/>
              <a:gd name="connsiteY3" fmla="*/ 255424 h 680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0702" h="680360">
                <a:moveTo>
                  <a:pt x="0" y="362516"/>
                </a:moveTo>
                <a:cubicBezTo>
                  <a:pt x="59037" y="159316"/>
                  <a:pt x="118075" y="-43884"/>
                  <a:pt x="156518" y="8289"/>
                </a:cubicBezTo>
                <a:cubicBezTo>
                  <a:pt x="194961" y="60462"/>
                  <a:pt x="194962" y="634365"/>
                  <a:pt x="230659" y="675554"/>
                </a:cubicBezTo>
                <a:cubicBezTo>
                  <a:pt x="266356" y="716743"/>
                  <a:pt x="318529" y="486083"/>
                  <a:pt x="370702" y="255424"/>
                </a:cubicBezTo>
              </a:path>
            </a:pathLst>
          </a:custGeom>
          <a:noFill/>
          <a:ln>
            <a:solidFill>
              <a:srgbClr val="00B05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9" name="Freeform 228"/>
          <p:cNvSpPr/>
          <p:nvPr/>
        </p:nvSpPr>
        <p:spPr>
          <a:xfrm>
            <a:off x="1934843" y="2788950"/>
            <a:ext cx="147330" cy="138038"/>
          </a:xfrm>
          <a:custGeom>
            <a:avLst/>
            <a:gdLst>
              <a:gd name="connsiteX0" fmla="*/ 0 w 370702"/>
              <a:gd name="connsiteY0" fmla="*/ 362516 h 680360"/>
              <a:gd name="connsiteX1" fmla="*/ 156518 w 370702"/>
              <a:gd name="connsiteY1" fmla="*/ 8289 h 680360"/>
              <a:gd name="connsiteX2" fmla="*/ 230659 w 370702"/>
              <a:gd name="connsiteY2" fmla="*/ 675554 h 680360"/>
              <a:gd name="connsiteX3" fmla="*/ 370702 w 370702"/>
              <a:gd name="connsiteY3" fmla="*/ 255424 h 680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0702" h="680360">
                <a:moveTo>
                  <a:pt x="0" y="362516"/>
                </a:moveTo>
                <a:cubicBezTo>
                  <a:pt x="59037" y="159316"/>
                  <a:pt x="118075" y="-43884"/>
                  <a:pt x="156518" y="8289"/>
                </a:cubicBezTo>
                <a:cubicBezTo>
                  <a:pt x="194961" y="60462"/>
                  <a:pt x="194962" y="634365"/>
                  <a:pt x="230659" y="675554"/>
                </a:cubicBezTo>
                <a:cubicBezTo>
                  <a:pt x="266356" y="716743"/>
                  <a:pt x="318529" y="486083"/>
                  <a:pt x="370702" y="255424"/>
                </a:cubicBezTo>
              </a:path>
            </a:pathLst>
          </a:custGeom>
          <a:noFill/>
          <a:ln>
            <a:solidFill>
              <a:srgbClr val="00B050"/>
            </a:solidFill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0" name="Rectangle 229"/>
          <p:cNvSpPr/>
          <p:nvPr/>
        </p:nvSpPr>
        <p:spPr>
          <a:xfrm>
            <a:off x="1380049" y="2516291"/>
            <a:ext cx="297354" cy="45853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1" name="Freeform 230"/>
          <p:cNvSpPr/>
          <p:nvPr/>
        </p:nvSpPr>
        <p:spPr>
          <a:xfrm>
            <a:off x="1449058" y="2558410"/>
            <a:ext cx="143951" cy="203577"/>
          </a:xfrm>
          <a:custGeom>
            <a:avLst/>
            <a:gdLst>
              <a:gd name="connsiteX0" fmla="*/ 0 w 370702"/>
              <a:gd name="connsiteY0" fmla="*/ 362516 h 680360"/>
              <a:gd name="connsiteX1" fmla="*/ 156518 w 370702"/>
              <a:gd name="connsiteY1" fmla="*/ 8289 h 680360"/>
              <a:gd name="connsiteX2" fmla="*/ 230659 w 370702"/>
              <a:gd name="connsiteY2" fmla="*/ 675554 h 680360"/>
              <a:gd name="connsiteX3" fmla="*/ 370702 w 370702"/>
              <a:gd name="connsiteY3" fmla="*/ 255424 h 680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0702" h="680360">
                <a:moveTo>
                  <a:pt x="0" y="362516"/>
                </a:moveTo>
                <a:cubicBezTo>
                  <a:pt x="59037" y="159316"/>
                  <a:pt x="118075" y="-43884"/>
                  <a:pt x="156518" y="8289"/>
                </a:cubicBezTo>
                <a:cubicBezTo>
                  <a:pt x="194961" y="60462"/>
                  <a:pt x="194962" y="634365"/>
                  <a:pt x="230659" y="675554"/>
                </a:cubicBezTo>
                <a:cubicBezTo>
                  <a:pt x="266356" y="716743"/>
                  <a:pt x="318529" y="486083"/>
                  <a:pt x="370702" y="255424"/>
                </a:cubicBezTo>
              </a:path>
            </a:pathLst>
          </a:custGeom>
          <a:noFill/>
          <a:ln>
            <a:solidFill>
              <a:srgbClr val="00B0F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2" name="Freeform 231"/>
          <p:cNvSpPr/>
          <p:nvPr/>
        </p:nvSpPr>
        <p:spPr>
          <a:xfrm>
            <a:off x="1456633" y="2799387"/>
            <a:ext cx="147330" cy="138038"/>
          </a:xfrm>
          <a:custGeom>
            <a:avLst/>
            <a:gdLst>
              <a:gd name="connsiteX0" fmla="*/ 0 w 370702"/>
              <a:gd name="connsiteY0" fmla="*/ 362516 h 680360"/>
              <a:gd name="connsiteX1" fmla="*/ 156518 w 370702"/>
              <a:gd name="connsiteY1" fmla="*/ 8289 h 680360"/>
              <a:gd name="connsiteX2" fmla="*/ 230659 w 370702"/>
              <a:gd name="connsiteY2" fmla="*/ 675554 h 680360"/>
              <a:gd name="connsiteX3" fmla="*/ 370702 w 370702"/>
              <a:gd name="connsiteY3" fmla="*/ 255424 h 680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0702" h="680360">
                <a:moveTo>
                  <a:pt x="0" y="362516"/>
                </a:moveTo>
                <a:cubicBezTo>
                  <a:pt x="59037" y="159316"/>
                  <a:pt x="118075" y="-43884"/>
                  <a:pt x="156518" y="8289"/>
                </a:cubicBezTo>
                <a:cubicBezTo>
                  <a:pt x="194961" y="60462"/>
                  <a:pt x="194962" y="634365"/>
                  <a:pt x="230659" y="675554"/>
                </a:cubicBezTo>
                <a:cubicBezTo>
                  <a:pt x="266356" y="716743"/>
                  <a:pt x="318529" y="486083"/>
                  <a:pt x="370702" y="255424"/>
                </a:cubicBezTo>
              </a:path>
            </a:pathLst>
          </a:custGeom>
          <a:noFill/>
          <a:ln>
            <a:solidFill>
              <a:srgbClr val="00B0F0"/>
            </a:solidFill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3" name="Rectangle 232"/>
          <p:cNvSpPr/>
          <p:nvPr/>
        </p:nvSpPr>
        <p:spPr>
          <a:xfrm>
            <a:off x="2333678" y="2527399"/>
            <a:ext cx="297354" cy="45853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4" name="Freeform 233"/>
          <p:cNvSpPr/>
          <p:nvPr/>
        </p:nvSpPr>
        <p:spPr>
          <a:xfrm>
            <a:off x="2402686" y="2569518"/>
            <a:ext cx="143951" cy="203577"/>
          </a:xfrm>
          <a:custGeom>
            <a:avLst/>
            <a:gdLst>
              <a:gd name="connsiteX0" fmla="*/ 0 w 370702"/>
              <a:gd name="connsiteY0" fmla="*/ 362516 h 680360"/>
              <a:gd name="connsiteX1" fmla="*/ 156518 w 370702"/>
              <a:gd name="connsiteY1" fmla="*/ 8289 h 680360"/>
              <a:gd name="connsiteX2" fmla="*/ 230659 w 370702"/>
              <a:gd name="connsiteY2" fmla="*/ 675554 h 680360"/>
              <a:gd name="connsiteX3" fmla="*/ 370702 w 370702"/>
              <a:gd name="connsiteY3" fmla="*/ 255424 h 680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0702" h="680360">
                <a:moveTo>
                  <a:pt x="0" y="362516"/>
                </a:moveTo>
                <a:cubicBezTo>
                  <a:pt x="59037" y="159316"/>
                  <a:pt x="118075" y="-43884"/>
                  <a:pt x="156518" y="8289"/>
                </a:cubicBezTo>
                <a:cubicBezTo>
                  <a:pt x="194961" y="60462"/>
                  <a:pt x="194962" y="634365"/>
                  <a:pt x="230659" y="675554"/>
                </a:cubicBezTo>
                <a:cubicBezTo>
                  <a:pt x="266356" y="716743"/>
                  <a:pt x="318529" y="486083"/>
                  <a:pt x="370702" y="255424"/>
                </a:cubicBezTo>
              </a:path>
            </a:pathLst>
          </a:custGeom>
          <a:noFill/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5" name="Freeform 234"/>
          <p:cNvSpPr/>
          <p:nvPr/>
        </p:nvSpPr>
        <p:spPr>
          <a:xfrm>
            <a:off x="2410261" y="2810496"/>
            <a:ext cx="147330" cy="138038"/>
          </a:xfrm>
          <a:custGeom>
            <a:avLst/>
            <a:gdLst>
              <a:gd name="connsiteX0" fmla="*/ 0 w 370702"/>
              <a:gd name="connsiteY0" fmla="*/ 362516 h 680360"/>
              <a:gd name="connsiteX1" fmla="*/ 156518 w 370702"/>
              <a:gd name="connsiteY1" fmla="*/ 8289 h 680360"/>
              <a:gd name="connsiteX2" fmla="*/ 230659 w 370702"/>
              <a:gd name="connsiteY2" fmla="*/ 675554 h 680360"/>
              <a:gd name="connsiteX3" fmla="*/ 370702 w 370702"/>
              <a:gd name="connsiteY3" fmla="*/ 255424 h 680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0702" h="680360">
                <a:moveTo>
                  <a:pt x="0" y="362516"/>
                </a:moveTo>
                <a:cubicBezTo>
                  <a:pt x="59037" y="159316"/>
                  <a:pt x="118075" y="-43884"/>
                  <a:pt x="156518" y="8289"/>
                </a:cubicBezTo>
                <a:cubicBezTo>
                  <a:pt x="194961" y="60462"/>
                  <a:pt x="194962" y="634365"/>
                  <a:pt x="230659" y="675554"/>
                </a:cubicBezTo>
                <a:cubicBezTo>
                  <a:pt x="266356" y="716743"/>
                  <a:pt x="318529" y="486083"/>
                  <a:pt x="370702" y="255424"/>
                </a:cubicBezTo>
              </a:path>
            </a:pathLst>
          </a:custGeom>
          <a:noFill/>
          <a:ln>
            <a:solidFill>
              <a:schemeClr val="accent6">
                <a:lumMod val="50000"/>
              </a:schemeClr>
            </a:solidFill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6" name="Rectangle 235"/>
          <p:cNvSpPr/>
          <p:nvPr/>
        </p:nvSpPr>
        <p:spPr>
          <a:xfrm>
            <a:off x="5864966" y="4559901"/>
            <a:ext cx="627992" cy="45853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7" name="Rectangle 236"/>
          <p:cNvSpPr/>
          <p:nvPr/>
        </p:nvSpPr>
        <p:spPr>
          <a:xfrm>
            <a:off x="6782035" y="4565757"/>
            <a:ext cx="627992" cy="45853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8" name="Freeform 237"/>
          <p:cNvSpPr/>
          <p:nvPr/>
        </p:nvSpPr>
        <p:spPr>
          <a:xfrm>
            <a:off x="6048593" y="4603282"/>
            <a:ext cx="259125" cy="181125"/>
          </a:xfrm>
          <a:custGeom>
            <a:avLst/>
            <a:gdLst>
              <a:gd name="connsiteX0" fmla="*/ 0 w 774357"/>
              <a:gd name="connsiteY0" fmla="*/ 285889 h 541264"/>
              <a:gd name="connsiteX1" fmla="*/ 115330 w 774357"/>
              <a:gd name="connsiteY1" fmla="*/ 5802 h 541264"/>
              <a:gd name="connsiteX2" fmla="*/ 255373 w 774357"/>
              <a:gd name="connsiteY2" fmla="*/ 516548 h 541264"/>
              <a:gd name="connsiteX3" fmla="*/ 395416 w 774357"/>
              <a:gd name="connsiteY3" fmla="*/ 5802 h 541264"/>
              <a:gd name="connsiteX4" fmla="*/ 510746 w 774357"/>
              <a:gd name="connsiteY4" fmla="*/ 541262 h 541264"/>
              <a:gd name="connsiteX5" fmla="*/ 642551 w 774357"/>
              <a:gd name="connsiteY5" fmla="*/ 14040 h 541264"/>
              <a:gd name="connsiteX6" fmla="*/ 774357 w 774357"/>
              <a:gd name="connsiteY6" fmla="*/ 335316 h 541264"/>
              <a:gd name="connsiteX7" fmla="*/ 774357 w 774357"/>
              <a:gd name="connsiteY7" fmla="*/ 335316 h 541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74357" h="541264">
                <a:moveTo>
                  <a:pt x="0" y="285889"/>
                </a:moveTo>
                <a:cubicBezTo>
                  <a:pt x="36384" y="126624"/>
                  <a:pt x="72768" y="-32641"/>
                  <a:pt x="115330" y="5802"/>
                </a:cubicBezTo>
                <a:cubicBezTo>
                  <a:pt x="157892" y="44245"/>
                  <a:pt x="208692" y="516548"/>
                  <a:pt x="255373" y="516548"/>
                </a:cubicBezTo>
                <a:cubicBezTo>
                  <a:pt x="302054" y="516548"/>
                  <a:pt x="352854" y="1683"/>
                  <a:pt x="395416" y="5802"/>
                </a:cubicBezTo>
                <a:cubicBezTo>
                  <a:pt x="437978" y="9921"/>
                  <a:pt x="469557" y="539889"/>
                  <a:pt x="510746" y="541262"/>
                </a:cubicBezTo>
                <a:cubicBezTo>
                  <a:pt x="551935" y="542635"/>
                  <a:pt x="598616" y="48364"/>
                  <a:pt x="642551" y="14040"/>
                </a:cubicBezTo>
                <a:cubicBezTo>
                  <a:pt x="686486" y="-20284"/>
                  <a:pt x="774357" y="335316"/>
                  <a:pt x="774357" y="335316"/>
                </a:cubicBezTo>
                <a:lnTo>
                  <a:pt x="774357" y="335316"/>
                </a:lnTo>
              </a:path>
            </a:pathLst>
          </a:custGeom>
          <a:noFill/>
          <a:ln>
            <a:solidFill>
              <a:srgbClr val="7030A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9" name="Freeform 238"/>
          <p:cNvSpPr/>
          <p:nvPr/>
        </p:nvSpPr>
        <p:spPr>
          <a:xfrm>
            <a:off x="6048593" y="4837310"/>
            <a:ext cx="259125" cy="181125"/>
          </a:xfrm>
          <a:custGeom>
            <a:avLst/>
            <a:gdLst>
              <a:gd name="connsiteX0" fmla="*/ 0 w 774357"/>
              <a:gd name="connsiteY0" fmla="*/ 285889 h 541264"/>
              <a:gd name="connsiteX1" fmla="*/ 115330 w 774357"/>
              <a:gd name="connsiteY1" fmla="*/ 5802 h 541264"/>
              <a:gd name="connsiteX2" fmla="*/ 255373 w 774357"/>
              <a:gd name="connsiteY2" fmla="*/ 516548 h 541264"/>
              <a:gd name="connsiteX3" fmla="*/ 395416 w 774357"/>
              <a:gd name="connsiteY3" fmla="*/ 5802 h 541264"/>
              <a:gd name="connsiteX4" fmla="*/ 510746 w 774357"/>
              <a:gd name="connsiteY4" fmla="*/ 541262 h 541264"/>
              <a:gd name="connsiteX5" fmla="*/ 642551 w 774357"/>
              <a:gd name="connsiteY5" fmla="*/ 14040 h 541264"/>
              <a:gd name="connsiteX6" fmla="*/ 774357 w 774357"/>
              <a:gd name="connsiteY6" fmla="*/ 335316 h 541264"/>
              <a:gd name="connsiteX7" fmla="*/ 774357 w 774357"/>
              <a:gd name="connsiteY7" fmla="*/ 335316 h 541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74357" h="541264">
                <a:moveTo>
                  <a:pt x="0" y="285889"/>
                </a:moveTo>
                <a:cubicBezTo>
                  <a:pt x="36384" y="126624"/>
                  <a:pt x="72768" y="-32641"/>
                  <a:pt x="115330" y="5802"/>
                </a:cubicBezTo>
                <a:cubicBezTo>
                  <a:pt x="157892" y="44245"/>
                  <a:pt x="208692" y="516548"/>
                  <a:pt x="255373" y="516548"/>
                </a:cubicBezTo>
                <a:cubicBezTo>
                  <a:pt x="302054" y="516548"/>
                  <a:pt x="352854" y="1683"/>
                  <a:pt x="395416" y="5802"/>
                </a:cubicBezTo>
                <a:cubicBezTo>
                  <a:pt x="437978" y="9921"/>
                  <a:pt x="469557" y="539889"/>
                  <a:pt x="510746" y="541262"/>
                </a:cubicBezTo>
                <a:cubicBezTo>
                  <a:pt x="551935" y="542635"/>
                  <a:pt x="598616" y="48364"/>
                  <a:pt x="642551" y="14040"/>
                </a:cubicBezTo>
                <a:cubicBezTo>
                  <a:pt x="686486" y="-20284"/>
                  <a:pt x="774357" y="335316"/>
                  <a:pt x="774357" y="335316"/>
                </a:cubicBezTo>
                <a:lnTo>
                  <a:pt x="774357" y="335316"/>
                </a:lnTo>
              </a:path>
            </a:pathLst>
          </a:custGeom>
          <a:noFill/>
          <a:ln>
            <a:solidFill>
              <a:srgbClr val="7030A0"/>
            </a:solidFill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0" name="Freeform 239"/>
          <p:cNvSpPr/>
          <p:nvPr/>
        </p:nvSpPr>
        <p:spPr>
          <a:xfrm>
            <a:off x="6965663" y="4575621"/>
            <a:ext cx="259125" cy="181125"/>
          </a:xfrm>
          <a:custGeom>
            <a:avLst/>
            <a:gdLst>
              <a:gd name="connsiteX0" fmla="*/ 0 w 774357"/>
              <a:gd name="connsiteY0" fmla="*/ 285889 h 541264"/>
              <a:gd name="connsiteX1" fmla="*/ 115330 w 774357"/>
              <a:gd name="connsiteY1" fmla="*/ 5802 h 541264"/>
              <a:gd name="connsiteX2" fmla="*/ 255373 w 774357"/>
              <a:gd name="connsiteY2" fmla="*/ 516548 h 541264"/>
              <a:gd name="connsiteX3" fmla="*/ 395416 w 774357"/>
              <a:gd name="connsiteY3" fmla="*/ 5802 h 541264"/>
              <a:gd name="connsiteX4" fmla="*/ 510746 w 774357"/>
              <a:gd name="connsiteY4" fmla="*/ 541262 h 541264"/>
              <a:gd name="connsiteX5" fmla="*/ 642551 w 774357"/>
              <a:gd name="connsiteY5" fmla="*/ 14040 h 541264"/>
              <a:gd name="connsiteX6" fmla="*/ 774357 w 774357"/>
              <a:gd name="connsiteY6" fmla="*/ 335316 h 541264"/>
              <a:gd name="connsiteX7" fmla="*/ 774357 w 774357"/>
              <a:gd name="connsiteY7" fmla="*/ 335316 h 541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74357" h="541264">
                <a:moveTo>
                  <a:pt x="0" y="285889"/>
                </a:moveTo>
                <a:cubicBezTo>
                  <a:pt x="36384" y="126624"/>
                  <a:pt x="72768" y="-32641"/>
                  <a:pt x="115330" y="5802"/>
                </a:cubicBezTo>
                <a:cubicBezTo>
                  <a:pt x="157892" y="44245"/>
                  <a:pt x="208692" y="516548"/>
                  <a:pt x="255373" y="516548"/>
                </a:cubicBezTo>
                <a:cubicBezTo>
                  <a:pt x="302054" y="516548"/>
                  <a:pt x="352854" y="1683"/>
                  <a:pt x="395416" y="5802"/>
                </a:cubicBezTo>
                <a:cubicBezTo>
                  <a:pt x="437978" y="9921"/>
                  <a:pt x="469557" y="539889"/>
                  <a:pt x="510746" y="541262"/>
                </a:cubicBezTo>
                <a:cubicBezTo>
                  <a:pt x="551935" y="542635"/>
                  <a:pt x="598616" y="48364"/>
                  <a:pt x="642551" y="14040"/>
                </a:cubicBezTo>
                <a:cubicBezTo>
                  <a:pt x="686486" y="-20284"/>
                  <a:pt x="774357" y="335316"/>
                  <a:pt x="774357" y="335316"/>
                </a:cubicBezTo>
                <a:lnTo>
                  <a:pt x="774357" y="335316"/>
                </a:lnTo>
              </a:path>
            </a:pathLst>
          </a:custGeom>
          <a:noFill/>
          <a:ln>
            <a:solidFill>
              <a:srgbClr val="2F2F2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1" name="Freeform 240"/>
          <p:cNvSpPr/>
          <p:nvPr/>
        </p:nvSpPr>
        <p:spPr>
          <a:xfrm>
            <a:off x="6965663" y="4818246"/>
            <a:ext cx="259125" cy="181125"/>
          </a:xfrm>
          <a:custGeom>
            <a:avLst/>
            <a:gdLst>
              <a:gd name="connsiteX0" fmla="*/ 0 w 774357"/>
              <a:gd name="connsiteY0" fmla="*/ 285889 h 541264"/>
              <a:gd name="connsiteX1" fmla="*/ 115330 w 774357"/>
              <a:gd name="connsiteY1" fmla="*/ 5802 h 541264"/>
              <a:gd name="connsiteX2" fmla="*/ 255373 w 774357"/>
              <a:gd name="connsiteY2" fmla="*/ 516548 h 541264"/>
              <a:gd name="connsiteX3" fmla="*/ 395416 w 774357"/>
              <a:gd name="connsiteY3" fmla="*/ 5802 h 541264"/>
              <a:gd name="connsiteX4" fmla="*/ 510746 w 774357"/>
              <a:gd name="connsiteY4" fmla="*/ 541262 h 541264"/>
              <a:gd name="connsiteX5" fmla="*/ 642551 w 774357"/>
              <a:gd name="connsiteY5" fmla="*/ 14040 h 541264"/>
              <a:gd name="connsiteX6" fmla="*/ 774357 w 774357"/>
              <a:gd name="connsiteY6" fmla="*/ 335316 h 541264"/>
              <a:gd name="connsiteX7" fmla="*/ 774357 w 774357"/>
              <a:gd name="connsiteY7" fmla="*/ 335316 h 541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74357" h="541264">
                <a:moveTo>
                  <a:pt x="0" y="285889"/>
                </a:moveTo>
                <a:cubicBezTo>
                  <a:pt x="36384" y="126624"/>
                  <a:pt x="72768" y="-32641"/>
                  <a:pt x="115330" y="5802"/>
                </a:cubicBezTo>
                <a:cubicBezTo>
                  <a:pt x="157892" y="44245"/>
                  <a:pt x="208692" y="516548"/>
                  <a:pt x="255373" y="516548"/>
                </a:cubicBezTo>
                <a:cubicBezTo>
                  <a:pt x="302054" y="516548"/>
                  <a:pt x="352854" y="1683"/>
                  <a:pt x="395416" y="5802"/>
                </a:cubicBezTo>
                <a:cubicBezTo>
                  <a:pt x="437978" y="9921"/>
                  <a:pt x="469557" y="539889"/>
                  <a:pt x="510746" y="541262"/>
                </a:cubicBezTo>
                <a:cubicBezTo>
                  <a:pt x="551935" y="542635"/>
                  <a:pt x="598616" y="48364"/>
                  <a:pt x="642551" y="14040"/>
                </a:cubicBezTo>
                <a:cubicBezTo>
                  <a:pt x="686486" y="-20284"/>
                  <a:pt x="774357" y="335316"/>
                  <a:pt x="774357" y="335316"/>
                </a:cubicBezTo>
                <a:lnTo>
                  <a:pt x="774357" y="335316"/>
                </a:lnTo>
              </a:path>
            </a:pathLst>
          </a:custGeom>
          <a:noFill/>
          <a:ln>
            <a:solidFill>
              <a:srgbClr val="2F2F2F"/>
            </a:solidFill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2" name="Oval 241"/>
          <p:cNvSpPr/>
          <p:nvPr/>
        </p:nvSpPr>
        <p:spPr>
          <a:xfrm>
            <a:off x="4230105" y="3899987"/>
            <a:ext cx="361703" cy="303292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3" name="Oval 242"/>
          <p:cNvSpPr/>
          <p:nvPr/>
        </p:nvSpPr>
        <p:spPr>
          <a:xfrm>
            <a:off x="3273116" y="3887612"/>
            <a:ext cx="361703" cy="30329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4" name="Oval 243"/>
          <p:cNvSpPr/>
          <p:nvPr/>
        </p:nvSpPr>
        <p:spPr>
          <a:xfrm>
            <a:off x="5008445" y="2003852"/>
            <a:ext cx="361703" cy="30329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5" name="Oval 244"/>
          <p:cNvSpPr/>
          <p:nvPr/>
        </p:nvSpPr>
        <p:spPr>
          <a:xfrm>
            <a:off x="5889061" y="2720691"/>
            <a:ext cx="361703" cy="303292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7" name="Oval 256"/>
          <p:cNvSpPr/>
          <p:nvPr/>
        </p:nvSpPr>
        <p:spPr>
          <a:xfrm>
            <a:off x="4222590" y="1965414"/>
            <a:ext cx="334069" cy="305659"/>
          </a:xfrm>
          <a:prstGeom prst="ellipse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9" name="Oval 258"/>
          <p:cNvSpPr/>
          <p:nvPr/>
        </p:nvSpPr>
        <p:spPr>
          <a:xfrm>
            <a:off x="859396" y="2001645"/>
            <a:ext cx="305998" cy="277028"/>
          </a:xfrm>
          <a:prstGeom prst="ellipse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0" name="Oval 259"/>
          <p:cNvSpPr/>
          <p:nvPr/>
        </p:nvSpPr>
        <p:spPr>
          <a:xfrm>
            <a:off x="1871990" y="2727884"/>
            <a:ext cx="305998" cy="277028"/>
          </a:xfrm>
          <a:prstGeom prst="ellipse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0" name="AutoShape 31"/>
          <p:cNvSpPr>
            <a:spLocks noChangeArrowheads="1"/>
          </p:cNvSpPr>
          <p:nvPr/>
        </p:nvSpPr>
        <p:spPr bwMode="auto">
          <a:xfrm>
            <a:off x="5548909" y="3246714"/>
            <a:ext cx="1501452" cy="354635"/>
          </a:xfrm>
          <a:prstGeom prst="wedgeRoundRectCallout">
            <a:avLst>
              <a:gd name="adj1" fmla="val -109852"/>
              <a:gd name="adj2" fmla="val 166592"/>
              <a:gd name="adj3" fmla="val 16667"/>
            </a:avLst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TW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itch trend</a:t>
            </a:r>
            <a:endParaRPr lang="en-US" altLang="zh-TW" sz="2200" baseline="-25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9" name="TextBox 128"/>
          <p:cNvSpPr txBox="1"/>
          <p:nvPr/>
        </p:nvSpPr>
        <p:spPr>
          <a:xfrm>
            <a:off x="5105757" y="2203595"/>
            <a:ext cx="2744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HK" sz="1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HK" altLang="en-US" sz="1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0" name="TextBox 129"/>
          <p:cNvSpPr txBox="1"/>
          <p:nvPr/>
        </p:nvSpPr>
        <p:spPr>
          <a:xfrm>
            <a:off x="5994699" y="2211457"/>
            <a:ext cx="2744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HK" sz="1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HK" altLang="en-US" sz="1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1" name="TextBox 130"/>
          <p:cNvSpPr txBox="1"/>
          <p:nvPr/>
        </p:nvSpPr>
        <p:spPr>
          <a:xfrm>
            <a:off x="5101745" y="2908174"/>
            <a:ext cx="2744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HK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HK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2" name="TextBox 131"/>
          <p:cNvSpPr txBox="1"/>
          <p:nvPr/>
        </p:nvSpPr>
        <p:spPr>
          <a:xfrm>
            <a:off x="6000892" y="2915969"/>
            <a:ext cx="2744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HK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HK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3" name="TextBox 132"/>
          <p:cNvSpPr txBox="1"/>
          <p:nvPr/>
        </p:nvSpPr>
        <p:spPr>
          <a:xfrm>
            <a:off x="3003895" y="2191430"/>
            <a:ext cx="3145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HK" sz="1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a′</a:t>
            </a:r>
            <a:endParaRPr lang="zh-HK" altLang="en-US" sz="1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4" name="TextBox 133"/>
          <p:cNvSpPr txBox="1"/>
          <p:nvPr/>
        </p:nvSpPr>
        <p:spPr>
          <a:xfrm>
            <a:off x="3667900" y="2198076"/>
            <a:ext cx="3145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HK" sz="1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b′</a:t>
            </a:r>
            <a:endParaRPr lang="zh-HK" altLang="en-US" sz="1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5" name="TextBox 134"/>
          <p:cNvSpPr txBox="1"/>
          <p:nvPr/>
        </p:nvSpPr>
        <p:spPr>
          <a:xfrm>
            <a:off x="4297414" y="2203595"/>
            <a:ext cx="3145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HK" sz="1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c′</a:t>
            </a:r>
            <a:endParaRPr lang="zh-HK" altLang="en-US" sz="1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HK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7" name="TextBox 136"/>
          <p:cNvSpPr txBox="1"/>
          <p:nvPr/>
        </p:nvSpPr>
        <p:spPr>
          <a:xfrm>
            <a:off x="3004686" y="2911734"/>
            <a:ext cx="3145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HK" sz="1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d′</a:t>
            </a:r>
            <a:endParaRPr lang="zh-HK" altLang="en-US" sz="1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8" name="TextBox 137"/>
          <p:cNvSpPr txBox="1"/>
          <p:nvPr/>
        </p:nvSpPr>
        <p:spPr>
          <a:xfrm>
            <a:off x="3668691" y="2918380"/>
            <a:ext cx="3145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HK" sz="1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e′</a:t>
            </a:r>
            <a:endParaRPr lang="zh-HK" altLang="en-US" sz="1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9" name="TextBox 138"/>
          <p:cNvSpPr txBox="1"/>
          <p:nvPr/>
        </p:nvSpPr>
        <p:spPr>
          <a:xfrm>
            <a:off x="4298205" y="292389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HK" sz="1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f′</a:t>
            </a:r>
            <a:endParaRPr lang="zh-HK" altLang="en-US" sz="1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0" name="TextBox 139"/>
          <p:cNvSpPr txBox="1"/>
          <p:nvPr/>
        </p:nvSpPr>
        <p:spPr>
          <a:xfrm>
            <a:off x="890844" y="2194967"/>
            <a:ext cx="3497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HK" sz="1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a″</a:t>
            </a:r>
            <a:endParaRPr lang="zh-HK" altLang="en-US" sz="1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1" name="TextBox 140"/>
          <p:cNvSpPr txBox="1"/>
          <p:nvPr/>
        </p:nvSpPr>
        <p:spPr>
          <a:xfrm>
            <a:off x="1397800" y="2191429"/>
            <a:ext cx="3497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HK" sz="1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b″</a:t>
            </a:r>
            <a:endParaRPr lang="zh-HK" altLang="en-US" sz="1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HK" altLang="en-US" sz="1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6" name="TextBox 185"/>
          <p:cNvSpPr txBox="1"/>
          <p:nvPr/>
        </p:nvSpPr>
        <p:spPr>
          <a:xfrm>
            <a:off x="1864282" y="2195610"/>
            <a:ext cx="3497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HK" sz="1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c″</a:t>
            </a:r>
            <a:endParaRPr lang="zh-HK" altLang="en-US" sz="1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HK" altLang="en-US" sz="1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0" name="TextBox 249"/>
          <p:cNvSpPr txBox="1"/>
          <p:nvPr/>
        </p:nvSpPr>
        <p:spPr>
          <a:xfrm>
            <a:off x="2336832" y="2191312"/>
            <a:ext cx="3497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HK" sz="1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d″</a:t>
            </a:r>
            <a:endParaRPr lang="zh-HK" altLang="en-US" sz="1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HK" altLang="en-US" sz="1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2" name="TextBox 251"/>
          <p:cNvSpPr txBox="1"/>
          <p:nvPr/>
        </p:nvSpPr>
        <p:spPr>
          <a:xfrm>
            <a:off x="903429" y="2940936"/>
            <a:ext cx="3497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HK" sz="1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e″</a:t>
            </a:r>
            <a:endParaRPr lang="zh-HK" altLang="en-US" sz="1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1" name="TextBox 270"/>
          <p:cNvSpPr txBox="1"/>
          <p:nvPr/>
        </p:nvSpPr>
        <p:spPr>
          <a:xfrm>
            <a:off x="1410385" y="2937398"/>
            <a:ext cx="3193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HK" sz="1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f″</a:t>
            </a:r>
            <a:endParaRPr lang="zh-HK" altLang="en-US" sz="1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HK" altLang="en-US" sz="1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2" name="TextBox 271"/>
          <p:cNvSpPr txBox="1"/>
          <p:nvPr/>
        </p:nvSpPr>
        <p:spPr>
          <a:xfrm>
            <a:off x="1876867" y="2941579"/>
            <a:ext cx="3497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HK" sz="1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g″</a:t>
            </a:r>
            <a:endParaRPr lang="zh-HK" altLang="en-US" sz="1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HK" altLang="en-US" sz="1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3" name="TextBox 272"/>
          <p:cNvSpPr txBox="1"/>
          <p:nvPr/>
        </p:nvSpPr>
        <p:spPr>
          <a:xfrm>
            <a:off x="2349417" y="2937281"/>
            <a:ext cx="3497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HK" sz="1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h″</a:t>
            </a:r>
            <a:endParaRPr lang="zh-HK" altLang="en-US" sz="1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HK" altLang="en-US" sz="1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4" name="TextBox 273"/>
          <p:cNvSpPr txBox="1"/>
          <p:nvPr/>
        </p:nvSpPr>
        <p:spPr>
          <a:xfrm>
            <a:off x="3322823" y="4242939"/>
            <a:ext cx="285656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altLang="zh-HK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l-GR" altLang="zh-HK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l-GR" altLang="zh-HK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l-GR" altLang="zh-HK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l-GR" altLang="zh-HK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zh-HK" altLang="en-US" sz="1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5" name="TextBox 274"/>
          <p:cNvSpPr txBox="1"/>
          <p:nvPr/>
        </p:nvSpPr>
        <p:spPr>
          <a:xfrm>
            <a:off x="4293133" y="4264155"/>
            <a:ext cx="279244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altLang="zh-HK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β</a:t>
            </a:r>
            <a:r>
              <a:rPr lang="el-GR" altLang="zh-HK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l-GR" altLang="zh-HK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l-GR" altLang="zh-HK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l-GR" altLang="zh-HK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zh-HK" altLang="en-US" sz="1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6" name="TextBox 275"/>
          <p:cNvSpPr txBox="1"/>
          <p:nvPr/>
        </p:nvSpPr>
        <p:spPr>
          <a:xfrm>
            <a:off x="3284407" y="4961817"/>
            <a:ext cx="264816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altLang="zh-HK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γ</a:t>
            </a:r>
            <a:r>
              <a:rPr lang="el-GR" altLang="zh-HK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l-GR" altLang="zh-HK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l-GR" altLang="zh-HK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l-GR" altLang="zh-HK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zh-HK" altLang="en-US" sz="1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9" name="TextBox 278"/>
          <p:cNvSpPr txBox="1"/>
          <p:nvPr/>
        </p:nvSpPr>
        <p:spPr>
          <a:xfrm>
            <a:off x="4293133" y="4961817"/>
            <a:ext cx="268022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altLang="zh-HK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l-GR" altLang="zh-HK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l-GR" altLang="zh-HK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l-GR" altLang="zh-HK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l-GR" altLang="zh-HK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zh-HK" altLang="en-US" sz="1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80" name="Straight Arrow Connector 279"/>
          <p:cNvCxnSpPr>
            <a:stCxn id="156" idx="3"/>
            <a:endCxn id="157" idx="1"/>
          </p:cNvCxnSpPr>
          <p:nvPr/>
        </p:nvCxnSpPr>
        <p:spPr>
          <a:xfrm>
            <a:off x="4940597" y="4485827"/>
            <a:ext cx="682115" cy="2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Elbow Connector 13"/>
          <p:cNvCxnSpPr>
            <a:stCxn id="146" idx="3"/>
          </p:cNvCxnSpPr>
          <p:nvPr/>
        </p:nvCxnSpPr>
        <p:spPr>
          <a:xfrm>
            <a:off x="6631455" y="2448874"/>
            <a:ext cx="621448" cy="1274392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5" name="TextBox 284"/>
          <p:cNvSpPr txBox="1"/>
          <p:nvPr/>
        </p:nvSpPr>
        <p:spPr>
          <a:xfrm>
            <a:off x="6045573" y="4279576"/>
            <a:ext cx="3193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altLang="zh-HK" sz="1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altLang="zh-HK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′</a:t>
            </a:r>
            <a:endParaRPr lang="zh-HK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HK" altLang="en-US" sz="1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6" name="TextBox 285"/>
          <p:cNvSpPr txBox="1"/>
          <p:nvPr/>
        </p:nvSpPr>
        <p:spPr>
          <a:xfrm>
            <a:off x="6922312" y="4285292"/>
            <a:ext cx="3145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altLang="zh-HK" sz="1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β</a:t>
            </a:r>
            <a:r>
              <a:rPr lang="en-US" altLang="zh-HK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′</a:t>
            </a:r>
            <a:endParaRPr lang="zh-HK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HK" altLang="en-US" sz="1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7" name="TextBox 286"/>
          <p:cNvSpPr txBox="1"/>
          <p:nvPr/>
        </p:nvSpPr>
        <p:spPr>
          <a:xfrm>
            <a:off x="6017880" y="4957485"/>
            <a:ext cx="2952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altLang="zh-HK" sz="1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γ</a:t>
            </a:r>
            <a:r>
              <a:rPr lang="en-US" altLang="zh-HK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′</a:t>
            </a:r>
            <a:endParaRPr lang="zh-HK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HK" altLang="en-US" sz="1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8" name="TextBox 287"/>
          <p:cNvSpPr txBox="1"/>
          <p:nvPr/>
        </p:nvSpPr>
        <p:spPr>
          <a:xfrm>
            <a:off x="6922312" y="4957856"/>
            <a:ext cx="3080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altLang="zh-HK" sz="1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n-US" altLang="zh-HK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′</a:t>
            </a:r>
            <a:endParaRPr lang="zh-HK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HK" altLang="en-US" sz="1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6" name="Oval 125"/>
          <p:cNvSpPr/>
          <p:nvPr/>
        </p:nvSpPr>
        <p:spPr>
          <a:xfrm>
            <a:off x="3273116" y="4624580"/>
            <a:ext cx="361703" cy="303292"/>
          </a:xfrm>
          <a:prstGeom prst="ellipse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27" name="Group 126"/>
          <p:cNvGrpSpPr/>
          <p:nvPr/>
        </p:nvGrpSpPr>
        <p:grpSpPr>
          <a:xfrm>
            <a:off x="401266" y="3336388"/>
            <a:ext cx="1860556" cy="1980800"/>
            <a:chOff x="1351005" y="3253488"/>
            <a:chExt cx="1042008" cy="1038426"/>
          </a:xfrm>
        </p:grpSpPr>
        <p:sp>
          <p:nvSpPr>
            <p:cNvPr id="128" name="Rectangle 127"/>
            <p:cNvSpPr/>
            <p:nvPr/>
          </p:nvSpPr>
          <p:spPr>
            <a:xfrm>
              <a:off x="1351005" y="3365157"/>
              <a:ext cx="1037968" cy="926757"/>
            </a:xfrm>
            <a:prstGeom prst="rect">
              <a:avLst/>
            </a:prstGeom>
            <a:solidFill>
              <a:srgbClr val="CCFFFF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2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Instrumental compositions with style</a:t>
              </a:r>
            </a:p>
            <a:p>
              <a:pPr algn="ctr"/>
              <a:r>
                <a:rPr lang="en-US" sz="22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database</a:t>
              </a:r>
              <a:endParaRPr lang="en-US" sz="2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6" name="Oval 135"/>
            <p:cNvSpPr/>
            <p:nvPr/>
          </p:nvSpPr>
          <p:spPr>
            <a:xfrm>
              <a:off x="1355045" y="3253488"/>
              <a:ext cx="1037968" cy="223338"/>
            </a:xfrm>
            <a:prstGeom prst="ellipse">
              <a:avLst/>
            </a:prstGeom>
            <a:solidFill>
              <a:srgbClr val="CCFFFF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42" name="Oval 141"/>
          <p:cNvSpPr/>
          <p:nvPr/>
        </p:nvSpPr>
        <p:spPr>
          <a:xfrm>
            <a:off x="400971" y="5092397"/>
            <a:ext cx="1853342" cy="426018"/>
          </a:xfrm>
          <a:prstGeom prst="ellipse">
            <a:avLst/>
          </a:prstGeom>
          <a:solidFill>
            <a:srgbClr val="CCFFFF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19364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74</Words>
  <Application>Microsoft Office PowerPoint</Application>
  <PresentationFormat>Widescreen</PresentationFormat>
  <Paragraphs>35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新細明體</vt:lpstr>
      <vt:lpstr>Arial</vt:lpstr>
      <vt:lpstr>Calibri</vt:lpstr>
      <vt:lpstr>Calibri Light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Coleman</dc:creator>
  <cp:lastModifiedBy>Coleman</cp:lastModifiedBy>
  <cp:revision>18</cp:revision>
  <dcterms:created xsi:type="dcterms:W3CDTF">2017-01-02T09:45:14Z</dcterms:created>
  <dcterms:modified xsi:type="dcterms:W3CDTF">2017-07-18T04:36:12Z</dcterms:modified>
</cp:coreProperties>
</file>