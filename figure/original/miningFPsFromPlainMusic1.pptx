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8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385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956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518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26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794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930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3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52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57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94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/>
        </p:nvSpPr>
        <p:spPr>
          <a:xfrm>
            <a:off x="3729195" y="1025651"/>
            <a:ext cx="2695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 database (General)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730964" y="2295954"/>
            <a:ext cx="23554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 database (Style)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422688" y="3540252"/>
            <a:ext cx="3477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pitch trends (Style)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774257" y="1503915"/>
            <a:ext cx="2605808" cy="1944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104748" y="1643735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1478030" y="3654239"/>
            <a:ext cx="1860556" cy="1980800"/>
            <a:chOff x="1351005" y="3253488"/>
            <a:chExt cx="1042008" cy="1038426"/>
          </a:xfrm>
        </p:grpSpPr>
        <p:sp>
          <p:nvSpPr>
            <p:cNvPr id="73" name="Rectangle 72"/>
            <p:cNvSpPr/>
            <p:nvPr/>
          </p:nvSpPr>
          <p:spPr>
            <a:xfrm>
              <a:off x="1351005" y="3365157"/>
              <a:ext cx="1037968" cy="926757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Instrumental </a:t>
              </a: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compositions with</a:t>
              </a: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style</a:t>
              </a:r>
            </a:p>
            <a:p>
              <a:pPr algn="ctr"/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1355045" y="3253488"/>
              <a:ext cx="1037968" cy="223338"/>
            </a:xfrm>
            <a:prstGeom prst="ellipse">
              <a:avLst/>
            </a:prstGeom>
            <a:solidFill>
              <a:srgbClr val="CCFF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3772467" y="3959438"/>
            <a:ext cx="2605808" cy="1944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060708" y="2736939"/>
            <a:ext cx="1577380" cy="1944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100005" y="4091044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Freeform 82"/>
          <p:cNvSpPr/>
          <p:nvPr/>
        </p:nvSpPr>
        <p:spPr>
          <a:xfrm>
            <a:off x="4307159" y="168926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Freeform 86"/>
          <p:cNvSpPr/>
          <p:nvPr/>
        </p:nvSpPr>
        <p:spPr>
          <a:xfrm>
            <a:off x="4302679" y="196684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Freeform 97"/>
          <p:cNvSpPr/>
          <p:nvPr/>
        </p:nvSpPr>
        <p:spPr>
          <a:xfrm>
            <a:off x="4335193" y="429404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4215736" y="4196099"/>
            <a:ext cx="541207" cy="4073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Straight Arrow Connector 112"/>
          <p:cNvCxnSpPr>
            <a:stCxn id="76" idx="3"/>
            <a:endCxn id="77" idx="1"/>
          </p:cNvCxnSpPr>
          <p:nvPr/>
        </p:nvCxnSpPr>
        <p:spPr>
          <a:xfrm flipV="1">
            <a:off x="6378275" y="3709350"/>
            <a:ext cx="682433" cy="1222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67" idx="3"/>
            <a:endCxn id="77" idx="1"/>
          </p:cNvCxnSpPr>
          <p:nvPr/>
        </p:nvCxnSpPr>
        <p:spPr>
          <a:xfrm>
            <a:off x="6380065" y="2476326"/>
            <a:ext cx="680643" cy="123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AutoShape 31"/>
          <p:cNvSpPr>
            <a:spLocks noChangeArrowheads="1"/>
          </p:cNvSpPr>
          <p:nvPr/>
        </p:nvSpPr>
        <p:spPr bwMode="auto">
          <a:xfrm>
            <a:off x="1552353" y="1299048"/>
            <a:ext cx="1625892" cy="740212"/>
          </a:xfrm>
          <a:prstGeom prst="wedgeRoundRectCallout">
            <a:avLst>
              <a:gd name="adj1" fmla="val 101224"/>
              <a:gd name="adj2" fmla="val 2101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frequent pattern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endCxn id="76" idx="1"/>
          </p:cNvCxnSpPr>
          <p:nvPr/>
        </p:nvCxnSpPr>
        <p:spPr>
          <a:xfrm>
            <a:off x="3331372" y="4931849"/>
            <a:ext cx="441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42970" y="21974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4223114" y="1910045"/>
            <a:ext cx="475022" cy="3575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5236049" y="1643735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Freeform 118"/>
          <p:cNvSpPr/>
          <p:nvPr/>
        </p:nvSpPr>
        <p:spPr>
          <a:xfrm>
            <a:off x="5438460" y="168926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Freeform 119"/>
          <p:cNvSpPr/>
          <p:nvPr/>
        </p:nvSpPr>
        <p:spPr>
          <a:xfrm>
            <a:off x="5433980" y="196684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101795" y="2565324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Freeform 121"/>
          <p:cNvSpPr/>
          <p:nvPr/>
        </p:nvSpPr>
        <p:spPr>
          <a:xfrm>
            <a:off x="4304206" y="2610851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Freeform 122"/>
          <p:cNvSpPr/>
          <p:nvPr/>
        </p:nvSpPr>
        <p:spPr>
          <a:xfrm>
            <a:off x="4299726" y="2888431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5240132" y="2560028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Freeform 124"/>
          <p:cNvSpPr/>
          <p:nvPr/>
        </p:nvSpPr>
        <p:spPr>
          <a:xfrm>
            <a:off x="5442543" y="2605555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5438063" y="2883135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5482443" y="21929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AutoShape 31"/>
          <p:cNvSpPr>
            <a:spLocks noChangeArrowheads="1"/>
          </p:cNvSpPr>
          <p:nvPr/>
        </p:nvSpPr>
        <p:spPr bwMode="auto">
          <a:xfrm>
            <a:off x="1552353" y="2346413"/>
            <a:ext cx="1598562" cy="392815"/>
          </a:xfrm>
          <a:prstGeom prst="wedgeRoundRectCallout">
            <a:avLst>
              <a:gd name="adj1" fmla="val 117423"/>
              <a:gd name="adj2" fmla="val 2450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trend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AutoShape 31"/>
          <p:cNvSpPr>
            <a:spLocks noChangeArrowheads="1"/>
          </p:cNvSpPr>
          <p:nvPr/>
        </p:nvSpPr>
        <p:spPr bwMode="auto">
          <a:xfrm>
            <a:off x="1552353" y="2838445"/>
            <a:ext cx="1591433" cy="426182"/>
          </a:xfrm>
          <a:prstGeom prst="wedgeRoundRectCallout">
            <a:avLst>
              <a:gd name="adj1" fmla="val 119312"/>
              <a:gd name="adj2" fmla="val -23836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Pitch trend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342970" y="313654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5372289" y="2829265"/>
            <a:ext cx="475022" cy="3575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484423" y="31369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234259" y="4091044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5469447" y="429404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349990" y="4196099"/>
            <a:ext cx="541207" cy="4073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100005" y="5051199"/>
            <a:ext cx="800810" cy="58471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4335193" y="5254197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58254" y="461809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07292" y="4644812"/>
            <a:ext cx="306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38342" y="5046254"/>
            <a:ext cx="800810" cy="58471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5473530" y="5249252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utoShape 31"/>
          <p:cNvSpPr>
            <a:spLocks noChangeArrowheads="1"/>
          </p:cNvSpPr>
          <p:nvPr/>
        </p:nvSpPr>
        <p:spPr bwMode="auto">
          <a:xfrm>
            <a:off x="6593162" y="5204791"/>
            <a:ext cx="1591433" cy="426182"/>
          </a:xfrm>
          <a:prstGeom prst="wedgeRoundRectCallout">
            <a:avLst>
              <a:gd name="adj1" fmla="val -93954"/>
              <a:gd name="adj2" fmla="val -1803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Pitch trend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48474" y="5564526"/>
            <a:ext cx="2760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07292" y="5570534"/>
            <a:ext cx="2920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50283" y="2874976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7652694" y="2920503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7648214" y="3198083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453683" y="3822316"/>
            <a:ext cx="800810" cy="584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7656094" y="3867843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7651614" y="4145423"/>
            <a:ext cx="330434" cy="230969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19616" y="34300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724004" y="43761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HK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477735" y="5410248"/>
            <a:ext cx="1853342" cy="426018"/>
          </a:xfrm>
          <a:prstGeom prst="ellipse">
            <a:avLst/>
          </a:prstGeom>
          <a:solidFill>
            <a:srgbClr val="CCFF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16</cp:revision>
  <dcterms:created xsi:type="dcterms:W3CDTF">2017-01-02T09:45:14Z</dcterms:created>
  <dcterms:modified xsi:type="dcterms:W3CDTF">2017-07-18T04:33:54Z</dcterms:modified>
</cp:coreProperties>
</file>