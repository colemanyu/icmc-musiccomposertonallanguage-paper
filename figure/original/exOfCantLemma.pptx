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HK" smtClean="0"/>
              <a:t>Click to edit Master subtitle style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19/3/2017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8485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19/3/2017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38506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19/3/2017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79561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19/3/2017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35188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19/3/2017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4267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19/3/2017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47942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19/3/2017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4930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19/3/2017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24378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19/3/2017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95695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19/3/2017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5222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19/3/2017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35796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08AE6-CCCE-42A6-9A26-67EDE19CA9D5}" type="datetimeFigureOut">
              <a:rPr lang="zh-HK" altLang="en-US" smtClean="0"/>
              <a:t>19/3/2017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59417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312813" y="2227943"/>
            <a:ext cx="2292138" cy="28935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l, l, l, l, l, l 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2813" y="2556341"/>
            <a:ext cx="2292138" cy="290963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h, l, h, h, l, l &gt;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312813" y="2880002"/>
            <a:ext cx="2292138" cy="290156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h, h, h, h, l, </a:t>
            </a:r>
            <a:r>
              <a:rPr lang="pt-B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 &gt;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312812" y="3204027"/>
            <a:ext cx="2292139" cy="276915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h, h, h, h, h, h &gt;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976090" y="3204026"/>
            <a:ext cx="2105432" cy="27691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5, 4, 5, 5, 3, 4 &gt;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76092" y="2885484"/>
            <a:ext cx="2105432" cy="28467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4, 3, 4, 4, 2, 3 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76092" y="2556341"/>
            <a:ext cx="2105432" cy="29096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3, 2, 3, 3, 1, 2 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76090" y="2227942"/>
            <a:ext cx="2105432" cy="28935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2, 1, 2, 2, 0, 1 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8091" y="2619275"/>
            <a:ext cx="2467886" cy="304229"/>
          </a:xfrm>
          <a:prstGeom prst="rect">
            <a:avLst/>
          </a:prstGeom>
          <a:solidFill>
            <a:srgbClr val="66FF9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altLang="zh-TW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− 1 , 1 , 0 , − 2 , 1&gt;</a:t>
            </a:r>
            <a:endParaRPr lang="en-US" altLang="zh-HK" sz="21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Straight Arrow Connector 27"/>
          <p:cNvCxnSpPr>
            <a:stCxn id="21" idx="3"/>
            <a:endCxn id="22" idx="1"/>
          </p:cNvCxnSpPr>
          <p:nvPr/>
        </p:nvCxnSpPr>
        <p:spPr>
          <a:xfrm flipV="1">
            <a:off x="4604951" y="3342484"/>
            <a:ext cx="37113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0" idx="3"/>
            <a:endCxn id="23" idx="1"/>
          </p:cNvCxnSpPr>
          <p:nvPr/>
        </p:nvCxnSpPr>
        <p:spPr>
          <a:xfrm>
            <a:off x="4604951" y="3025080"/>
            <a:ext cx="371141" cy="2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9" idx="3"/>
            <a:endCxn id="24" idx="1"/>
          </p:cNvCxnSpPr>
          <p:nvPr/>
        </p:nvCxnSpPr>
        <p:spPr>
          <a:xfrm>
            <a:off x="4604951" y="2701823"/>
            <a:ext cx="3711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8" idx="3"/>
            <a:endCxn id="25" idx="1"/>
          </p:cNvCxnSpPr>
          <p:nvPr/>
        </p:nvCxnSpPr>
        <p:spPr>
          <a:xfrm>
            <a:off x="4604951" y="2372618"/>
            <a:ext cx="3711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5" idx="3"/>
            <a:endCxn id="26" idx="1"/>
          </p:cNvCxnSpPr>
          <p:nvPr/>
        </p:nvCxnSpPr>
        <p:spPr>
          <a:xfrm>
            <a:off x="7081522" y="2372618"/>
            <a:ext cx="286569" cy="398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4" idx="3"/>
            <a:endCxn id="26" idx="1"/>
          </p:cNvCxnSpPr>
          <p:nvPr/>
        </p:nvCxnSpPr>
        <p:spPr>
          <a:xfrm>
            <a:off x="7081524" y="2701823"/>
            <a:ext cx="286567" cy="69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3" idx="3"/>
            <a:endCxn id="26" idx="1"/>
          </p:cNvCxnSpPr>
          <p:nvPr/>
        </p:nvCxnSpPr>
        <p:spPr>
          <a:xfrm flipV="1">
            <a:off x="7081524" y="2771390"/>
            <a:ext cx="286567" cy="256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2" idx="3"/>
            <a:endCxn id="26" idx="1"/>
          </p:cNvCxnSpPr>
          <p:nvPr/>
        </p:nvCxnSpPr>
        <p:spPr>
          <a:xfrm flipV="1">
            <a:off x="7081522" y="2771390"/>
            <a:ext cx="286569" cy="571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581770" y="3558294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Cantonese tone trend</a:t>
            </a:r>
            <a:endParaRPr lang="zh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729205" y="3575652"/>
            <a:ext cx="2768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Cantonese tone sequences</a:t>
            </a:r>
            <a:endParaRPr lang="zh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067766" y="3558294"/>
            <a:ext cx="2627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Japanese tone sequences</a:t>
            </a:r>
            <a:endParaRPr lang="zh-HK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93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129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Coleman</dc:creator>
  <cp:lastModifiedBy>Coleman</cp:lastModifiedBy>
  <cp:revision>10</cp:revision>
  <dcterms:created xsi:type="dcterms:W3CDTF">2017-01-02T09:45:14Z</dcterms:created>
  <dcterms:modified xsi:type="dcterms:W3CDTF">2017-03-19T08:19:03Z</dcterms:modified>
</cp:coreProperties>
</file>