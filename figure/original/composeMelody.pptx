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 smtClean="0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8485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3850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956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5188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42676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4794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4930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37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9569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522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57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 smtClean="0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 smtClean="0"/>
              <a:t>Click to edit Master text styles</a:t>
            </a:r>
          </a:p>
          <a:p>
            <a:pPr lvl="1"/>
            <a:r>
              <a:rPr lang="en-US" altLang="zh-HK" smtClean="0"/>
              <a:t>Second level</a:t>
            </a:r>
          </a:p>
          <a:p>
            <a:pPr lvl="2"/>
            <a:r>
              <a:rPr lang="en-US" altLang="zh-HK" smtClean="0"/>
              <a:t>Third level</a:t>
            </a:r>
          </a:p>
          <a:p>
            <a:pPr lvl="3"/>
            <a:r>
              <a:rPr lang="en-US" altLang="zh-HK" smtClean="0"/>
              <a:t>Fourth level</a:t>
            </a:r>
          </a:p>
          <a:p>
            <a:pPr lvl="4"/>
            <a:r>
              <a:rPr lang="en-US" altLang="zh-HK" smtClean="0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08AE6-CCCE-42A6-9A26-67EDE19CA9D5}" type="datetimeFigureOut">
              <a:rPr lang="zh-HK" altLang="en-US" smtClean="0"/>
              <a:t>29/3/2017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E984E9-EC66-4F53-8E53-5D3DA1D8FA4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5941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48" y="2007293"/>
            <a:ext cx="8997521" cy="34018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67776" y="1239283"/>
            <a:ext cx="73739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&lt; -4,  2,   1,    1,    -1,   -3,  0,   </a:t>
            </a:r>
            <a:r>
              <a:rPr lang="en-US" altLang="zh-HK" sz="25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-1,   2&gt;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47932" y="450963"/>
            <a:ext cx="13086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Pitch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47932" y="1384761"/>
            <a:ext cx="919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47932" y="721484"/>
            <a:ext cx="919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47932" y="1117228"/>
            <a:ext cx="13086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Tone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167776" y="654851"/>
            <a:ext cx="737392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&lt; -4,  2,   </a:t>
            </a:r>
            <a:r>
              <a:rPr lang="en-US" altLang="zh-HK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1,    -1,   </a:t>
            </a:r>
            <a:r>
              <a:rPr lang="en-US" altLang="zh-HK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0,   0,   -1,   </a:t>
            </a:r>
            <a:r>
              <a:rPr lang="en-US" altLang="zh-HK" sz="25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HK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zh-HK" alt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31"/>
          <p:cNvSpPr>
            <a:spLocks noChangeArrowheads="1"/>
          </p:cNvSpPr>
          <p:nvPr/>
        </p:nvSpPr>
        <p:spPr bwMode="auto">
          <a:xfrm>
            <a:off x="7440691" y="4784079"/>
            <a:ext cx="3351806" cy="426187"/>
          </a:xfrm>
          <a:prstGeom prst="wedgeRoundRectCallout">
            <a:avLst>
              <a:gd name="adj1" fmla="val -46686"/>
              <a:gd name="adj2" fmla="val -216062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Diff. in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sol-fa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US" altLang="zh-TW" sz="2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altLang="zh-TW" sz="2600" i="1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6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utoShape 31"/>
          <p:cNvSpPr>
            <a:spLocks noChangeArrowheads="1"/>
          </p:cNvSpPr>
          <p:nvPr/>
        </p:nvSpPr>
        <p:spPr bwMode="auto">
          <a:xfrm>
            <a:off x="5421721" y="2591724"/>
            <a:ext cx="3477579" cy="426187"/>
          </a:xfrm>
          <a:prstGeom prst="wedgeRoundRectCallout">
            <a:avLst>
              <a:gd name="adj1" fmla="val -47393"/>
              <a:gd name="adj2" fmla="val 210389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Diff. in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sol-fa </a:t>
            </a:r>
            <a:r>
              <a:rPr lang="en-US" altLang="zh-TW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US" altLang="zh-TW" sz="2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altLang="zh-TW" sz="26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6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430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71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Coleman</dc:creator>
  <cp:lastModifiedBy>Coleman</cp:lastModifiedBy>
  <cp:revision>12</cp:revision>
  <dcterms:created xsi:type="dcterms:W3CDTF">2017-01-02T09:45:14Z</dcterms:created>
  <dcterms:modified xsi:type="dcterms:W3CDTF">2017-03-29T08:28:34Z</dcterms:modified>
</cp:coreProperties>
</file>