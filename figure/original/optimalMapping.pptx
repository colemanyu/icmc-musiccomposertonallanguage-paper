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0" r:id="rId1"/>
  </p:sldMasterIdLst>
  <p:sldIdLst>
    <p:sldId id="258" r:id="rId2"/>
  </p:sldIdLst>
  <p:sldSz cx="10690225" cy="6480175"/>
  <p:notesSz cx="6858000" cy="9144000"/>
  <p:defaultTextStyle>
    <a:defPPr>
      <a:defRPr lang="zh-HK"/>
    </a:defPPr>
    <a:lvl1pPr marL="0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1pPr>
    <a:lvl2pPr marL="411872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2pPr>
    <a:lvl3pPr marL="823742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3pPr>
    <a:lvl4pPr marL="1235614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4pPr>
    <a:lvl5pPr marL="1647482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5pPr>
    <a:lvl6pPr marL="2059356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6pPr>
    <a:lvl7pPr marL="2471224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7pPr>
    <a:lvl8pPr marL="2883096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8pPr>
    <a:lvl9pPr marL="3294967" algn="l" defTabSz="823742" rtl="0" eaLnBrk="1" latinLnBrk="0" hangingPunct="1">
      <a:defRPr sz="162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76" autoAdjust="0"/>
  </p:normalViewPr>
  <p:slideViewPr>
    <p:cSldViewPr snapToGrid="0">
      <p:cViewPr varScale="1">
        <p:scale>
          <a:sx n="69" d="100"/>
          <a:sy n="69" d="100"/>
        </p:scale>
        <p:origin x="60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6278" y="1060529"/>
            <a:ext cx="8017669" cy="2256061"/>
          </a:xfrm>
        </p:spPr>
        <p:txBody>
          <a:bodyPr anchor="b"/>
          <a:lstStyle>
            <a:lvl1pPr algn="ctr">
              <a:defRPr sz="5261"/>
            </a:lvl1pPr>
          </a:lstStyle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278" y="3403592"/>
            <a:ext cx="8017669" cy="1564542"/>
          </a:xfrm>
        </p:spPr>
        <p:txBody>
          <a:bodyPr/>
          <a:lstStyle>
            <a:lvl1pPr marL="0" indent="0" algn="ctr">
              <a:buNone/>
              <a:defRPr sz="2104"/>
            </a:lvl1pPr>
            <a:lvl2pPr marL="400873" indent="0" algn="ctr">
              <a:buNone/>
              <a:defRPr sz="1754"/>
            </a:lvl2pPr>
            <a:lvl3pPr marL="801746" indent="0" algn="ctr">
              <a:buNone/>
              <a:defRPr sz="1578"/>
            </a:lvl3pPr>
            <a:lvl4pPr marL="1202619" indent="0" algn="ctr">
              <a:buNone/>
              <a:defRPr sz="1403"/>
            </a:lvl4pPr>
            <a:lvl5pPr marL="1603492" indent="0" algn="ctr">
              <a:buNone/>
              <a:defRPr sz="1403"/>
            </a:lvl5pPr>
            <a:lvl6pPr marL="2004365" indent="0" algn="ctr">
              <a:buNone/>
              <a:defRPr sz="1403"/>
            </a:lvl6pPr>
            <a:lvl7pPr marL="2405238" indent="0" algn="ctr">
              <a:buNone/>
              <a:defRPr sz="1403"/>
            </a:lvl7pPr>
            <a:lvl8pPr marL="2806111" indent="0" algn="ctr">
              <a:buNone/>
              <a:defRPr sz="1403"/>
            </a:lvl8pPr>
            <a:lvl9pPr marL="3206984" indent="0" algn="ctr">
              <a:buNone/>
              <a:defRPr sz="1403"/>
            </a:lvl9pPr>
          </a:lstStyle>
          <a:p>
            <a:r>
              <a:rPr lang="en-US" altLang="zh-HK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1912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2154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385" y="1615545"/>
            <a:ext cx="9220319" cy="2695572"/>
          </a:xfrm>
        </p:spPr>
        <p:txBody>
          <a:bodyPr anchor="b"/>
          <a:lstStyle>
            <a:lvl1pPr>
              <a:defRPr sz="5261"/>
            </a:lvl1pPr>
          </a:lstStyle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385" y="4336618"/>
            <a:ext cx="9220319" cy="1417538"/>
          </a:xfrm>
        </p:spPr>
        <p:txBody>
          <a:bodyPr/>
          <a:lstStyle>
            <a:lvl1pPr marL="0" indent="0">
              <a:buNone/>
              <a:defRPr sz="2104">
                <a:solidFill>
                  <a:schemeClr val="tx1">
                    <a:tint val="75000"/>
                  </a:schemeClr>
                </a:solidFill>
              </a:defRPr>
            </a:lvl1pPr>
            <a:lvl2pPr marL="400873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1746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3pPr>
            <a:lvl4pPr marL="1202619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3492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436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523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611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698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3593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4953" y="1725046"/>
            <a:ext cx="4543346" cy="4111612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1926" y="1725046"/>
            <a:ext cx="4543346" cy="4111612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515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345" y="345010"/>
            <a:ext cx="9220319" cy="1252534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346" y="1588543"/>
            <a:ext cx="4522466" cy="778521"/>
          </a:xfrm>
        </p:spPr>
        <p:txBody>
          <a:bodyPr anchor="b"/>
          <a:lstStyle>
            <a:lvl1pPr marL="0" indent="0">
              <a:buNone/>
              <a:defRPr sz="2104" b="1"/>
            </a:lvl1pPr>
            <a:lvl2pPr marL="400873" indent="0">
              <a:buNone/>
              <a:defRPr sz="1754" b="1"/>
            </a:lvl2pPr>
            <a:lvl3pPr marL="801746" indent="0">
              <a:buNone/>
              <a:defRPr sz="1578" b="1"/>
            </a:lvl3pPr>
            <a:lvl4pPr marL="1202619" indent="0">
              <a:buNone/>
              <a:defRPr sz="1403" b="1"/>
            </a:lvl4pPr>
            <a:lvl5pPr marL="1603492" indent="0">
              <a:buNone/>
              <a:defRPr sz="1403" b="1"/>
            </a:lvl5pPr>
            <a:lvl6pPr marL="2004365" indent="0">
              <a:buNone/>
              <a:defRPr sz="1403" b="1"/>
            </a:lvl6pPr>
            <a:lvl7pPr marL="2405238" indent="0">
              <a:buNone/>
              <a:defRPr sz="1403" b="1"/>
            </a:lvl7pPr>
            <a:lvl8pPr marL="2806111" indent="0">
              <a:buNone/>
              <a:defRPr sz="1403" b="1"/>
            </a:lvl8pPr>
            <a:lvl9pPr marL="3206984" indent="0">
              <a:buNone/>
              <a:defRPr sz="1403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346" y="2367064"/>
            <a:ext cx="4522466" cy="3481594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1926" y="1588543"/>
            <a:ext cx="4544738" cy="778521"/>
          </a:xfrm>
        </p:spPr>
        <p:txBody>
          <a:bodyPr anchor="b"/>
          <a:lstStyle>
            <a:lvl1pPr marL="0" indent="0">
              <a:buNone/>
              <a:defRPr sz="2104" b="1"/>
            </a:lvl1pPr>
            <a:lvl2pPr marL="400873" indent="0">
              <a:buNone/>
              <a:defRPr sz="1754" b="1"/>
            </a:lvl2pPr>
            <a:lvl3pPr marL="801746" indent="0">
              <a:buNone/>
              <a:defRPr sz="1578" b="1"/>
            </a:lvl3pPr>
            <a:lvl4pPr marL="1202619" indent="0">
              <a:buNone/>
              <a:defRPr sz="1403" b="1"/>
            </a:lvl4pPr>
            <a:lvl5pPr marL="1603492" indent="0">
              <a:buNone/>
              <a:defRPr sz="1403" b="1"/>
            </a:lvl5pPr>
            <a:lvl6pPr marL="2004365" indent="0">
              <a:buNone/>
              <a:defRPr sz="1403" b="1"/>
            </a:lvl6pPr>
            <a:lvl7pPr marL="2405238" indent="0">
              <a:buNone/>
              <a:defRPr sz="1403" b="1"/>
            </a:lvl7pPr>
            <a:lvl8pPr marL="2806111" indent="0">
              <a:buNone/>
              <a:defRPr sz="1403" b="1"/>
            </a:lvl8pPr>
            <a:lvl9pPr marL="3206984" indent="0">
              <a:buNone/>
              <a:defRPr sz="1403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1926" y="2367064"/>
            <a:ext cx="4544738" cy="3481594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322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88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917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346" y="432012"/>
            <a:ext cx="3447876" cy="1512041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4738" y="933026"/>
            <a:ext cx="5411926" cy="4605124"/>
          </a:xfrm>
        </p:spPr>
        <p:txBody>
          <a:bodyPr/>
          <a:lstStyle>
            <a:lvl1pPr>
              <a:defRPr sz="2806"/>
            </a:lvl1pPr>
            <a:lvl2pPr>
              <a:defRPr sz="2455"/>
            </a:lvl2pPr>
            <a:lvl3pPr>
              <a:defRPr sz="2104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346" y="1944052"/>
            <a:ext cx="3447876" cy="3601598"/>
          </a:xfrm>
        </p:spPr>
        <p:txBody>
          <a:bodyPr/>
          <a:lstStyle>
            <a:lvl1pPr marL="0" indent="0">
              <a:buNone/>
              <a:defRPr sz="1403"/>
            </a:lvl1pPr>
            <a:lvl2pPr marL="400873" indent="0">
              <a:buNone/>
              <a:defRPr sz="1228"/>
            </a:lvl2pPr>
            <a:lvl3pPr marL="801746" indent="0">
              <a:buNone/>
              <a:defRPr sz="1052"/>
            </a:lvl3pPr>
            <a:lvl4pPr marL="1202619" indent="0">
              <a:buNone/>
              <a:defRPr sz="877"/>
            </a:lvl4pPr>
            <a:lvl5pPr marL="1603492" indent="0">
              <a:buNone/>
              <a:defRPr sz="877"/>
            </a:lvl5pPr>
            <a:lvl6pPr marL="2004365" indent="0">
              <a:buNone/>
              <a:defRPr sz="877"/>
            </a:lvl6pPr>
            <a:lvl7pPr marL="2405238" indent="0">
              <a:buNone/>
              <a:defRPr sz="877"/>
            </a:lvl7pPr>
            <a:lvl8pPr marL="2806111" indent="0">
              <a:buNone/>
              <a:defRPr sz="877"/>
            </a:lvl8pPr>
            <a:lvl9pPr marL="3206984" indent="0">
              <a:buNone/>
              <a:defRPr sz="877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593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346" y="432012"/>
            <a:ext cx="3447876" cy="1512041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4738" y="933026"/>
            <a:ext cx="5411926" cy="4605124"/>
          </a:xfrm>
        </p:spPr>
        <p:txBody>
          <a:bodyPr anchor="t"/>
          <a:lstStyle>
            <a:lvl1pPr marL="0" indent="0">
              <a:buNone/>
              <a:defRPr sz="2806"/>
            </a:lvl1pPr>
            <a:lvl2pPr marL="400873" indent="0">
              <a:buNone/>
              <a:defRPr sz="2455"/>
            </a:lvl2pPr>
            <a:lvl3pPr marL="801746" indent="0">
              <a:buNone/>
              <a:defRPr sz="2104"/>
            </a:lvl3pPr>
            <a:lvl4pPr marL="1202619" indent="0">
              <a:buNone/>
              <a:defRPr sz="1754"/>
            </a:lvl4pPr>
            <a:lvl5pPr marL="1603492" indent="0">
              <a:buNone/>
              <a:defRPr sz="1754"/>
            </a:lvl5pPr>
            <a:lvl6pPr marL="2004365" indent="0">
              <a:buNone/>
              <a:defRPr sz="1754"/>
            </a:lvl6pPr>
            <a:lvl7pPr marL="2405238" indent="0">
              <a:buNone/>
              <a:defRPr sz="1754"/>
            </a:lvl7pPr>
            <a:lvl8pPr marL="2806111" indent="0">
              <a:buNone/>
              <a:defRPr sz="1754"/>
            </a:lvl8pPr>
            <a:lvl9pPr marL="3206984" indent="0">
              <a:buNone/>
              <a:defRPr sz="1754"/>
            </a:lvl9pPr>
          </a:lstStyle>
          <a:p>
            <a:r>
              <a:rPr lang="en-US" altLang="zh-HK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346" y="1944052"/>
            <a:ext cx="3447876" cy="3601598"/>
          </a:xfrm>
        </p:spPr>
        <p:txBody>
          <a:bodyPr/>
          <a:lstStyle>
            <a:lvl1pPr marL="0" indent="0">
              <a:buNone/>
              <a:defRPr sz="1403"/>
            </a:lvl1pPr>
            <a:lvl2pPr marL="400873" indent="0">
              <a:buNone/>
              <a:defRPr sz="1228"/>
            </a:lvl2pPr>
            <a:lvl3pPr marL="801746" indent="0">
              <a:buNone/>
              <a:defRPr sz="1052"/>
            </a:lvl3pPr>
            <a:lvl4pPr marL="1202619" indent="0">
              <a:buNone/>
              <a:defRPr sz="877"/>
            </a:lvl4pPr>
            <a:lvl5pPr marL="1603492" indent="0">
              <a:buNone/>
              <a:defRPr sz="877"/>
            </a:lvl5pPr>
            <a:lvl6pPr marL="2004365" indent="0">
              <a:buNone/>
              <a:defRPr sz="877"/>
            </a:lvl6pPr>
            <a:lvl7pPr marL="2405238" indent="0">
              <a:buNone/>
              <a:defRPr sz="877"/>
            </a:lvl7pPr>
            <a:lvl8pPr marL="2806111" indent="0">
              <a:buNone/>
              <a:defRPr sz="877"/>
            </a:lvl8pPr>
            <a:lvl9pPr marL="3206984" indent="0">
              <a:buNone/>
              <a:defRPr sz="877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484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9582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0192" y="345009"/>
            <a:ext cx="2305080" cy="5491649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4953" y="345009"/>
            <a:ext cx="6781611" cy="5491649"/>
          </a:xfrm>
        </p:spPr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8776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953" y="345010"/>
            <a:ext cx="9220319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953" y="1725046"/>
            <a:ext cx="9220319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953" y="6006163"/>
            <a:ext cx="240530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8AE6-CCCE-42A6-9A26-67EDE19CA9D5}" type="datetimeFigureOut">
              <a:rPr lang="zh-HK" altLang="en-US" smtClean="0"/>
              <a:t>23/3/2017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137" y="6006163"/>
            <a:ext cx="360795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9971" y="6006163"/>
            <a:ext cx="240530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576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01746" rtl="0" eaLnBrk="1" latinLnBrk="0" hangingPunct="1">
        <a:lnSpc>
          <a:spcPct val="90000"/>
        </a:lnSpc>
        <a:spcBef>
          <a:spcPct val="0"/>
        </a:spcBef>
        <a:buNone/>
        <a:defRPr sz="3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36" indent="-200436" algn="l" defTabSz="80174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5" kern="1200">
          <a:solidFill>
            <a:schemeClr val="tx1"/>
          </a:solidFill>
          <a:latin typeface="+mn-lt"/>
          <a:ea typeface="+mn-ea"/>
          <a:cs typeface="+mn-cs"/>
        </a:defRPr>
      </a:lvl1pPr>
      <a:lvl2pPr marL="601309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02182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055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803928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204801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605674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3006547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407420" indent="-200436" algn="l" defTabSz="801746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873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746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619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3492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4365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5238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6111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6984" algn="l" defTabSz="801746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2537605" y="1774594"/>
            <a:ext cx="265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 database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H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Mandarin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65616" y="2306370"/>
            <a:ext cx="811425" cy="21553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55466" y="2386690"/>
            <a:ext cx="460025" cy="335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355466" y="3426227"/>
            <a:ext cx="460025" cy="335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355466" y="2906459"/>
            <a:ext cx="460025" cy="335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355466" y="3945996"/>
            <a:ext cx="460025" cy="335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3453468" y="2413169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3481113" y="3457008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3476544" y="2932902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3455544" y="3971621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3483833" y="3613961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3476544" y="3091755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3455544" y="4149353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3453468" y="2584602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AutoShape 31"/>
          <p:cNvSpPr>
            <a:spLocks noChangeArrowheads="1"/>
          </p:cNvSpPr>
          <p:nvPr/>
        </p:nvSpPr>
        <p:spPr bwMode="auto">
          <a:xfrm>
            <a:off x="1655797" y="3110833"/>
            <a:ext cx="1455599" cy="537632"/>
          </a:xfrm>
          <a:prstGeom prst="wedgeRoundRectCallout">
            <a:avLst>
              <a:gd name="adj1" fmla="val 72612"/>
              <a:gd name="adj2" fmla="val 22413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HK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Mandarin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</a:t>
            </a:r>
            <a:endParaRPr lang="en-US" altLang="zh-TW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5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AutoShape 31"/>
          <p:cNvSpPr>
            <a:spLocks noChangeArrowheads="1"/>
          </p:cNvSpPr>
          <p:nvPr/>
        </p:nvSpPr>
        <p:spPr bwMode="auto">
          <a:xfrm>
            <a:off x="1981330" y="4110073"/>
            <a:ext cx="1042440" cy="296855"/>
          </a:xfrm>
          <a:prstGeom prst="wedgeRoundRectCallout">
            <a:avLst>
              <a:gd name="adj1" fmla="val 85389"/>
              <a:gd name="adj2" fmla="val -19443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trend</a:t>
            </a:r>
            <a:endParaRPr lang="en-US" altLang="zh-TW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754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AutoShape 31"/>
          <p:cNvSpPr>
            <a:spLocks noChangeArrowheads="1"/>
          </p:cNvSpPr>
          <p:nvPr/>
        </p:nvSpPr>
        <p:spPr bwMode="auto">
          <a:xfrm>
            <a:off x="1954162" y="2188548"/>
            <a:ext cx="1077017" cy="545076"/>
          </a:xfrm>
          <a:prstGeom prst="wedgeRoundRectCallout">
            <a:avLst>
              <a:gd name="adj1" fmla="val 75184"/>
              <a:gd name="adj2" fmla="val 2353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frequent pattern</a:t>
            </a:r>
            <a:endParaRPr lang="en-US" altLang="zh-TW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754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512917" y="1756730"/>
            <a:ext cx="828142" cy="37083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26929" y="1127060"/>
            <a:ext cx="1600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663394" y="2181170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5797737" y="2219278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63394" y="1843007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5797737" y="1881115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663394" y="2505932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5797737" y="2544040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FFC00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661517" y="3168857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5795860" y="3206965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661517" y="2830694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Freeform 68"/>
          <p:cNvSpPr/>
          <p:nvPr/>
        </p:nvSpPr>
        <p:spPr>
          <a:xfrm>
            <a:off x="5795860" y="2868802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661517" y="3493619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Freeform 70"/>
          <p:cNvSpPr/>
          <p:nvPr/>
        </p:nvSpPr>
        <p:spPr>
          <a:xfrm>
            <a:off x="5795860" y="3531727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B0F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661517" y="4138716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Freeform 72"/>
          <p:cNvSpPr/>
          <p:nvPr/>
        </p:nvSpPr>
        <p:spPr>
          <a:xfrm>
            <a:off x="5795860" y="4176824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206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5661517" y="3800553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Freeform 74"/>
          <p:cNvSpPr/>
          <p:nvPr/>
        </p:nvSpPr>
        <p:spPr>
          <a:xfrm>
            <a:off x="5795860" y="3838661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0070C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5661517" y="4463478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Freeform 76"/>
          <p:cNvSpPr/>
          <p:nvPr/>
        </p:nvSpPr>
        <p:spPr>
          <a:xfrm>
            <a:off x="5795860" y="4501586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rgbClr val="7030A0"/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661517" y="5133362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Freeform 78"/>
          <p:cNvSpPr/>
          <p:nvPr/>
        </p:nvSpPr>
        <p:spPr>
          <a:xfrm>
            <a:off x="5795860" y="5171470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CCE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661517" y="4795199"/>
            <a:ext cx="487053" cy="210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Freeform 80"/>
          <p:cNvSpPr/>
          <p:nvPr/>
        </p:nvSpPr>
        <p:spPr>
          <a:xfrm>
            <a:off x="5795860" y="4833307"/>
            <a:ext cx="189818" cy="132680"/>
          </a:xfrm>
          <a:custGeom>
            <a:avLst/>
            <a:gdLst>
              <a:gd name="connsiteX0" fmla="*/ 0 w 774357"/>
              <a:gd name="connsiteY0" fmla="*/ 285889 h 541264"/>
              <a:gd name="connsiteX1" fmla="*/ 115330 w 774357"/>
              <a:gd name="connsiteY1" fmla="*/ 5802 h 541264"/>
              <a:gd name="connsiteX2" fmla="*/ 255373 w 774357"/>
              <a:gd name="connsiteY2" fmla="*/ 516548 h 541264"/>
              <a:gd name="connsiteX3" fmla="*/ 395416 w 774357"/>
              <a:gd name="connsiteY3" fmla="*/ 5802 h 541264"/>
              <a:gd name="connsiteX4" fmla="*/ 510746 w 774357"/>
              <a:gd name="connsiteY4" fmla="*/ 541262 h 541264"/>
              <a:gd name="connsiteX5" fmla="*/ 642551 w 774357"/>
              <a:gd name="connsiteY5" fmla="*/ 14040 h 541264"/>
              <a:gd name="connsiteX6" fmla="*/ 774357 w 774357"/>
              <a:gd name="connsiteY6" fmla="*/ 335316 h 541264"/>
              <a:gd name="connsiteX7" fmla="*/ 774357 w 774357"/>
              <a:gd name="connsiteY7" fmla="*/ 335316 h 54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4357" h="541264">
                <a:moveTo>
                  <a:pt x="0" y="285889"/>
                </a:moveTo>
                <a:cubicBezTo>
                  <a:pt x="36384" y="126624"/>
                  <a:pt x="72768" y="-32641"/>
                  <a:pt x="115330" y="5802"/>
                </a:cubicBezTo>
                <a:cubicBezTo>
                  <a:pt x="157892" y="44245"/>
                  <a:pt x="208692" y="516548"/>
                  <a:pt x="255373" y="516548"/>
                </a:cubicBezTo>
                <a:cubicBezTo>
                  <a:pt x="302054" y="516548"/>
                  <a:pt x="352854" y="1683"/>
                  <a:pt x="395416" y="5802"/>
                </a:cubicBezTo>
                <a:cubicBezTo>
                  <a:pt x="437978" y="9921"/>
                  <a:pt x="469557" y="539889"/>
                  <a:pt x="510746" y="541262"/>
                </a:cubicBezTo>
                <a:cubicBezTo>
                  <a:pt x="551935" y="542635"/>
                  <a:pt x="598616" y="48364"/>
                  <a:pt x="642551" y="14040"/>
                </a:cubicBezTo>
                <a:cubicBezTo>
                  <a:pt x="686486" y="-20284"/>
                  <a:pt x="774357" y="335316"/>
                  <a:pt x="774357" y="335316"/>
                </a:cubicBezTo>
                <a:lnTo>
                  <a:pt x="774357" y="335316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AutoShape 31"/>
          <p:cNvSpPr>
            <a:spLocks noChangeArrowheads="1"/>
          </p:cNvSpPr>
          <p:nvPr/>
        </p:nvSpPr>
        <p:spPr bwMode="auto">
          <a:xfrm>
            <a:off x="6518007" y="4432779"/>
            <a:ext cx="1527793" cy="546450"/>
          </a:xfrm>
          <a:prstGeom prst="wedgeRoundRectCallout">
            <a:avLst>
              <a:gd name="adj1" fmla="val -79206"/>
              <a:gd name="adj2" fmla="val -25241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Japanese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 </a:t>
            </a:r>
            <a:r>
              <a:rPr lang="en-US" altLang="zh-TW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endParaRPr lang="en-US" altLang="zh-TW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1754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Arrow Connector 82"/>
          <p:cNvCxnSpPr>
            <a:stCxn id="62" idx="1"/>
          </p:cNvCxnSpPr>
          <p:nvPr/>
        </p:nvCxnSpPr>
        <p:spPr>
          <a:xfrm flipH="1">
            <a:off x="3673651" y="1948403"/>
            <a:ext cx="1989742" cy="512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60" idx="1"/>
          </p:cNvCxnSpPr>
          <p:nvPr/>
        </p:nvCxnSpPr>
        <p:spPr>
          <a:xfrm flipH="1">
            <a:off x="3673651" y="2286566"/>
            <a:ext cx="1989742" cy="681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4" idx="1"/>
          </p:cNvCxnSpPr>
          <p:nvPr/>
        </p:nvCxnSpPr>
        <p:spPr>
          <a:xfrm flipH="1">
            <a:off x="3673651" y="2611328"/>
            <a:ext cx="1989742" cy="1414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68" idx="1"/>
          </p:cNvCxnSpPr>
          <p:nvPr/>
        </p:nvCxnSpPr>
        <p:spPr>
          <a:xfrm flipH="1" flipV="1">
            <a:off x="3673651" y="2461086"/>
            <a:ext cx="1987866" cy="475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66" idx="1"/>
          </p:cNvCxnSpPr>
          <p:nvPr/>
        </p:nvCxnSpPr>
        <p:spPr>
          <a:xfrm flipH="1">
            <a:off x="3694652" y="3274253"/>
            <a:ext cx="1966865" cy="23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70" idx="1"/>
          </p:cNvCxnSpPr>
          <p:nvPr/>
        </p:nvCxnSpPr>
        <p:spPr>
          <a:xfrm flipH="1">
            <a:off x="3694652" y="3599015"/>
            <a:ext cx="1966865" cy="426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74" idx="1"/>
          </p:cNvCxnSpPr>
          <p:nvPr/>
        </p:nvCxnSpPr>
        <p:spPr>
          <a:xfrm flipH="1" flipV="1">
            <a:off x="3694652" y="3527634"/>
            <a:ext cx="1966865" cy="378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72" idx="1"/>
          </p:cNvCxnSpPr>
          <p:nvPr/>
        </p:nvCxnSpPr>
        <p:spPr>
          <a:xfrm flipH="1" flipV="1">
            <a:off x="3694652" y="2973971"/>
            <a:ext cx="1966865" cy="1270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76" idx="1"/>
          </p:cNvCxnSpPr>
          <p:nvPr/>
        </p:nvCxnSpPr>
        <p:spPr>
          <a:xfrm flipH="1" flipV="1">
            <a:off x="3694652" y="4025837"/>
            <a:ext cx="1966865" cy="54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80" idx="1"/>
          </p:cNvCxnSpPr>
          <p:nvPr/>
        </p:nvCxnSpPr>
        <p:spPr>
          <a:xfrm flipH="1" flipV="1">
            <a:off x="3694652" y="3505229"/>
            <a:ext cx="1966865" cy="139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78" idx="1"/>
          </p:cNvCxnSpPr>
          <p:nvPr/>
        </p:nvCxnSpPr>
        <p:spPr>
          <a:xfrm flipH="1" flipV="1">
            <a:off x="3712926" y="3543110"/>
            <a:ext cx="1948591" cy="169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6942589" y="2126083"/>
            <a:ext cx="1037838" cy="51080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lyrics</a:t>
            </a:r>
          </a:p>
        </p:txBody>
      </p:sp>
      <p:sp>
        <p:nvSpPr>
          <p:cNvPr id="95" name="Left Arrow 94"/>
          <p:cNvSpPr/>
          <p:nvPr/>
        </p:nvSpPr>
        <p:spPr>
          <a:xfrm>
            <a:off x="6423756" y="3219945"/>
            <a:ext cx="264139" cy="23940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763348" y="3071421"/>
            <a:ext cx="1415509" cy="51306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tone </a:t>
            </a:r>
            <a:r>
              <a:rPr lang="en-US" sz="175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endParaRPr lang="en-US" sz="175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Left Arrow 98"/>
          <p:cNvSpPr/>
          <p:nvPr/>
        </p:nvSpPr>
        <p:spPr>
          <a:xfrm rot="16200000">
            <a:off x="7327365" y="2753627"/>
            <a:ext cx="287473" cy="214783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9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332413" y="1341796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25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</dc:creator>
  <cp:lastModifiedBy>Coleman</cp:lastModifiedBy>
  <cp:revision>14</cp:revision>
  <dcterms:created xsi:type="dcterms:W3CDTF">2017-01-02T09:45:14Z</dcterms:created>
  <dcterms:modified xsi:type="dcterms:W3CDTF">2017-03-22T19:05:27Z</dcterms:modified>
</cp:coreProperties>
</file>